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9" r:id="rId2"/>
  </p:sldMasterIdLst>
  <p:notesMasterIdLst>
    <p:notesMasterId r:id="rId52"/>
  </p:notesMasterIdLst>
  <p:sldIdLst>
    <p:sldId id="256" r:id="rId3"/>
    <p:sldId id="275" r:id="rId4"/>
    <p:sldId id="276" r:id="rId5"/>
    <p:sldId id="281" r:id="rId6"/>
    <p:sldId id="295" r:id="rId25"/>
    <p:sldId id="271" r:id="rId51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92D050"/>
    <a:srgbClr val="FF0000"/>
    <a:srgbClr val="F68731"/>
    <a:srgbClr val="F58934"/>
    <a:srgbClr val="F8D7CD"/>
    <a:srgbClr val="A9D18E"/>
    <a:srgbClr val="F68934"/>
    <a:srgbClr val="1F252B"/>
    <a:srgbClr val="414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84"/>
  </p:normalViewPr>
  <p:slideViewPr>
    <p:cSldViewPr snapToGrid="0">
      <p:cViewPr varScale="1">
        <p:scale>
          <a:sx n="85" d="100"/>
          <a:sy n="85" d="100"/>
        </p:scale>
        <p:origin x="638" y="5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56" Type="http://schemas.openxmlformats.org/officeDocument/2006/relationships/tableStyles" Target="tableStyles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2000" b="0" i="0" u="none" strike="noStrike" kern="1200" spc="0" baseline="0">
                <a:ln>
                  <a:noFill/>
                </a:ln>
                <a:solidFill>
                  <a:schemeClr val="bg1"/>
                </a:solidFill>
                <a:latin typeface="Wavehaus 66 Book" panose="00000600000000000000" pitchFamily="50" charset="0"/>
                <a:ea typeface="+mn-ea"/>
                <a:cs typeface="Arial" panose="020B0604020202020204" pitchFamily="34" charset="0"/>
              </a:defRPr>
            </a:pPr>
            <a:r>
              <a:rPr lang="en-US" sz="2000" dirty="0">
                <a:latin typeface="Wavehaus 128 Bold" panose="00000800000000000000" pitchFamily="50" charset="0"/>
              </a:rPr>
              <a:t>Discovered Security Vulnerabilities</a:t>
            </a:r>
          </a:p>
        </c:rich>
      </c:tx>
      <c:layout>
        <c:manualLayout>
          <c:xMode val="edge"/>
          <c:yMode val="edge"/>
          <c:x val="0.46381476620977941"/>
          <c:y val="2.56358720925650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2000" b="0" i="0" u="none" strike="noStrike" kern="1200" spc="0" baseline="0">
              <a:ln>
                <a:noFill/>
              </a:ln>
              <a:solidFill>
                <a:schemeClr val="bg1"/>
              </a:solidFill>
              <a:latin typeface="Wavehaus 66 Book" panose="00000600000000000000" pitchFamily="50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2983508245877063E-2"/>
          <c:y val="0"/>
          <c:w val="0.93403298350824593"/>
          <c:h val="0.863379521253537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Discovered security issues</c:v>
                </c:pt>
              </c:strCache>
            </c:strRef>
          </c:tx>
          <c:spPr>
            <a:solidFill>
              <a:srgbClr val="4472C4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B3C-44B0-9F8E-485970829AEC}"/>
              </c:ext>
            </c:extLst>
          </c:dPt>
          <c:dPt>
            <c:idx val="3"/>
            <c:invertIfNegative val="0"/>
            <c:bubble3D val="0"/>
            <c:spPr>
              <a:solidFill>
                <a:srgbClr val="4472C4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DE6-420A-B441-6BAB4D25E3FE}"/>
              </c:ext>
            </c:extLst>
          </c:dPt>
          <c:dPt>
            <c:idx val="5"/>
            <c:invertIfNegative val="0"/>
            <c:bubble3D val="0"/>
            <c:spPr>
              <a:solidFill>
                <a:srgbClr val="4472C4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B3C-44B0-9F8E-485970829AEC}"/>
              </c:ext>
            </c:extLst>
          </c:dPt>
          <c:dPt>
            <c:idx val="6"/>
            <c:invertIfNegative val="0"/>
            <c:bubble3D val="0"/>
            <c:spPr>
              <a:solidFill>
                <a:srgbClr val="4472C4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B3C-44B0-9F8E-485970829A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ln>
                      <a:noFill/>
                    </a:ln>
                    <a:solidFill>
                      <a:schemeClr val="bg1"/>
                    </a:solidFill>
                    <a:latin typeface="Wavehaus 66 Book" panose="00000600000000000000" pitchFamily="50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Internal VAPT</c:v>
                </c:pt>
                <c:pt idx="1">
                  <c:v>External VAPT</c:v>
                </c:pt>
                <c:pt idx="2">
                  <c:v>WebApp Test</c:v>
                </c:pt>
                <c:pt idx="3">
                  <c:v>Config File Review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6</c:v>
                </c:pt>
                <c:pt idx="2">
                  <c:v>19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B3C-44B0-9F8E-485970829A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7"/>
        <c:overlap val="-27"/>
        <c:axId val="153357151"/>
        <c:axId val="153358799"/>
      </c:barChart>
      <c:catAx>
        <c:axId val="153357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400" b="0" i="0" u="none" strike="noStrike" kern="1200" baseline="0">
                <a:ln>
                  <a:noFill/>
                </a:ln>
                <a:solidFill>
                  <a:schemeClr val="bg1"/>
                </a:solidFill>
                <a:latin typeface="Wavehaus 66 Book" panose="00000600000000000000" pitchFamily="50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3358799"/>
        <c:crosses val="autoZero"/>
        <c:auto val="1"/>
        <c:lblAlgn val="ctr"/>
        <c:lblOffset val="100"/>
        <c:noMultiLvlLbl val="0"/>
      </c:catAx>
      <c:valAx>
        <c:axId val="153358799"/>
        <c:scaling>
          <c:orientation val="minMax"/>
          <c:max val="4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3571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>
          <a:ln>
            <a:noFill/>
          </a:ln>
          <a:solidFill>
            <a:schemeClr val="bg1"/>
          </a:solidFill>
          <a:latin typeface="Wavehaus 66 Book" panose="00000600000000000000" pitchFamily="50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2160" b="0" i="0" u="none" strike="noStrike" kern="1200" spc="0" baseline="0">
                <a:solidFill>
                  <a:schemeClr val="bg1"/>
                </a:solidFill>
                <a:latin typeface="Wavehaus 66 Book" panose="00000600000000000000" pitchFamily="50" charset="0"/>
                <a:ea typeface="+mn-ea"/>
                <a:cs typeface="+mn-cs"/>
              </a:defRPr>
            </a:pPr>
            <a:r>
              <a:rPr lang="en-US" dirty="0">
                <a:latin typeface="Wavehaus 128 Bold" panose="00000800000000000000" pitchFamily="50" charset="0"/>
              </a:rPr>
              <a:t>Issues</a:t>
            </a:r>
            <a:br>
              <a:rPr lang="en-US" dirty="0">
                <a:latin typeface="Wavehaus 128 Bold" panose="00000800000000000000" pitchFamily="50" charset="0"/>
              </a:rPr>
            </a:br>
            <a:r>
              <a:rPr lang="en-US" dirty="0">
                <a:latin typeface="Wavehaus 128 Bold" panose="00000800000000000000" pitchFamily="50" charset="0"/>
              </a:rPr>
              <a:t> by Severity</a:t>
            </a:r>
          </a:p>
        </c:rich>
      </c:tx>
      <c:layout>
        <c:manualLayout>
          <c:xMode val="edge"/>
          <c:yMode val="edge"/>
          <c:x val="0.63663302343837758"/>
          <c:y val="4.510313614644323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2160" b="0" i="0" u="none" strike="noStrike" kern="1200" spc="0" baseline="0">
              <a:solidFill>
                <a:schemeClr val="bg1"/>
              </a:solidFill>
              <a:latin typeface="Wavehaus 66 Book" panose="000006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5587776370775465E-2"/>
          <c:y val="2.3251901204657107E-3"/>
          <c:w val="0.53948721931806465"/>
          <c:h val="0.9816491688538933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 of identified issues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06-4B04-BFC5-D2A91AC99A3B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06-4B04-BFC5-D2A91AC99A3B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206-4B04-BFC5-D2A91AC99A3B}"/>
              </c:ext>
            </c:extLst>
          </c:dPt>
          <c:dPt>
            <c:idx val="3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206-4B04-BFC5-D2A91AC99A3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206-4B04-BFC5-D2A91AC99A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Wavehaus 128 Bold" panose="000008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  <c:pt idx="4">
                  <c:v>Info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</c:v>
                </c:pt>
                <c:pt idx="2">
                  <c:v>17</c:v>
                </c:pt>
                <c:pt idx="3">
                  <c:v>7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206-4B04-BFC5-D2A91AC99A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5197284685881716"/>
          <c:y val="0.40256578504610008"/>
          <c:w val="0.24366352354103885"/>
          <c:h val="0.594983259304125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Wavehaus 66 Book" panose="000006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>
          <a:solidFill>
            <a:schemeClr val="bg1"/>
          </a:solidFill>
          <a:latin typeface="Wavehaus 66 Book" panose="00000600000000000000" pitchFamily="50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7C1CC-E7C6-034A-B9D6-38F620B8DAD7}" type="datetimeFigureOut">
              <a:rPr lang="en-EG" smtClean="0"/>
              <a:t>08/22/2026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E07B9-7FDB-9342-953F-6EC470DEF60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514272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E07B9-7FDB-9342-953F-6EC470DEF60B}" type="slidenum">
              <a:rPr lang="en-EG" smtClean="0"/>
              <a:t>2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33206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E07B9-7FDB-9342-953F-6EC470DEF60B}" type="slidenum">
              <a:rPr lang="en-EG" smtClean="0"/>
              <a:t>3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9016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example.com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emf"/><Relationship Id="rId7" Type="http://schemas.openxmlformats.org/officeDocument/2006/relationships/image" Target="../media/image1.png"/><Relationship Id="rId2" Type="http://schemas.openxmlformats.org/officeDocument/2006/relationships/hyperlink" Target="https://example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example.com/" TargetMode="Externa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logo with a circle&#10;&#10;Description automatically generated">
            <a:extLst>
              <a:ext uri="{FF2B5EF4-FFF2-40B4-BE49-F238E27FC236}">
                <a16:creationId xmlns:a16="http://schemas.microsoft.com/office/drawing/2014/main" id="{F0E7E300-8633-984D-1427-190C8FD2F9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924" t="9558" b="15936"/>
          <a:stretch/>
        </p:blipFill>
        <p:spPr>
          <a:xfrm>
            <a:off x="-1" y="0"/>
            <a:ext cx="5127621" cy="6844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1B1A-9235-0CD9-4DB1-4F8B69982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4521" y="4071208"/>
            <a:ext cx="5669280" cy="1421928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defRPr sz="4800" b="0" i="0">
                <a:solidFill>
                  <a:srgbClr val="F58934"/>
                </a:solidFill>
                <a:latin typeface="Wavehaus 128 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53E75-33D2-3891-0267-AF91A97D8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4520" y="3043092"/>
            <a:ext cx="566928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grpSp>
        <p:nvGrpSpPr>
          <p:cNvPr id="7" name="object 6">
            <a:extLst>
              <a:ext uri="{FF2B5EF4-FFF2-40B4-BE49-F238E27FC236}">
                <a16:creationId xmlns:a16="http://schemas.microsoft.com/office/drawing/2014/main" id="{E4CA9AB6-A36D-59B2-B3DB-168ABC1D32E3}"/>
              </a:ext>
            </a:extLst>
          </p:cNvPr>
          <p:cNvGrpSpPr/>
          <p:nvPr/>
        </p:nvGrpSpPr>
        <p:grpSpPr>
          <a:xfrm>
            <a:off x="5207070" y="5606657"/>
            <a:ext cx="6984930" cy="257959"/>
            <a:chOff x="2711959" y="8397650"/>
            <a:chExt cx="17392650" cy="398145"/>
          </a:xfrm>
        </p:grpSpPr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B2C022A-FA36-25F9-60FA-29186497C795}"/>
                </a:ext>
              </a:extLst>
            </p:cNvPr>
            <p:cNvSpPr/>
            <p:nvPr/>
          </p:nvSpPr>
          <p:spPr>
            <a:xfrm>
              <a:off x="2915953" y="8590408"/>
              <a:ext cx="17188180" cy="20955"/>
            </a:xfrm>
            <a:custGeom>
              <a:avLst/>
              <a:gdLst/>
              <a:ahLst/>
              <a:cxnLst/>
              <a:rect l="l" t="t" r="r" b="b"/>
              <a:pathLst>
                <a:path w="17188180" h="20954">
                  <a:moveTo>
                    <a:pt x="0" y="20941"/>
                  </a:moveTo>
                  <a:lnTo>
                    <a:pt x="17188146" y="20941"/>
                  </a:lnTo>
                  <a:lnTo>
                    <a:pt x="17188146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AC47CAC3-5130-4B28-734E-39CF1CA2CD71}"/>
                </a:ext>
              </a:extLst>
            </p:cNvPr>
            <p:cNvSpPr/>
            <p:nvPr/>
          </p:nvSpPr>
          <p:spPr>
            <a:xfrm>
              <a:off x="2711959" y="8397650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4" h="398145">
                  <a:moveTo>
                    <a:pt x="198946" y="0"/>
                  </a:moveTo>
                  <a:lnTo>
                    <a:pt x="153331" y="5254"/>
                  </a:lnTo>
                  <a:lnTo>
                    <a:pt x="111456" y="20221"/>
                  </a:lnTo>
                  <a:lnTo>
                    <a:pt x="74517" y="43707"/>
                  </a:lnTo>
                  <a:lnTo>
                    <a:pt x="43707" y="74517"/>
                  </a:lnTo>
                  <a:lnTo>
                    <a:pt x="20221" y="111456"/>
                  </a:lnTo>
                  <a:lnTo>
                    <a:pt x="5254" y="153331"/>
                  </a:lnTo>
                  <a:lnTo>
                    <a:pt x="0" y="198946"/>
                  </a:lnTo>
                  <a:lnTo>
                    <a:pt x="5254" y="244562"/>
                  </a:lnTo>
                  <a:lnTo>
                    <a:pt x="20221" y="286436"/>
                  </a:lnTo>
                  <a:lnTo>
                    <a:pt x="43707" y="323376"/>
                  </a:lnTo>
                  <a:lnTo>
                    <a:pt x="74517" y="354185"/>
                  </a:lnTo>
                  <a:lnTo>
                    <a:pt x="111456" y="377671"/>
                  </a:lnTo>
                  <a:lnTo>
                    <a:pt x="153331" y="392639"/>
                  </a:lnTo>
                  <a:lnTo>
                    <a:pt x="198946" y="397893"/>
                  </a:lnTo>
                  <a:lnTo>
                    <a:pt x="244562" y="392639"/>
                  </a:lnTo>
                  <a:lnTo>
                    <a:pt x="286436" y="377671"/>
                  </a:lnTo>
                  <a:lnTo>
                    <a:pt x="323376" y="354185"/>
                  </a:lnTo>
                  <a:lnTo>
                    <a:pt x="354185" y="323376"/>
                  </a:lnTo>
                  <a:lnTo>
                    <a:pt x="377671" y="286436"/>
                  </a:lnTo>
                  <a:lnTo>
                    <a:pt x="392639" y="244562"/>
                  </a:lnTo>
                  <a:lnTo>
                    <a:pt x="397893" y="198946"/>
                  </a:lnTo>
                  <a:lnTo>
                    <a:pt x="392639" y="153331"/>
                  </a:lnTo>
                  <a:lnTo>
                    <a:pt x="377671" y="111456"/>
                  </a:lnTo>
                  <a:lnTo>
                    <a:pt x="354185" y="74517"/>
                  </a:lnTo>
                  <a:lnTo>
                    <a:pt x="323376" y="43707"/>
                  </a:lnTo>
                  <a:lnTo>
                    <a:pt x="286436" y="20221"/>
                  </a:lnTo>
                  <a:lnTo>
                    <a:pt x="244562" y="5254"/>
                  </a:lnTo>
                  <a:lnTo>
                    <a:pt x="1989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Picture 16" descr="A logo with orange lines&#10;&#10;Description automatically generated with medium confidence">
            <a:extLst>
              <a:ext uri="{FF2B5EF4-FFF2-40B4-BE49-F238E27FC236}">
                <a16:creationId xmlns:a16="http://schemas.microsoft.com/office/drawing/2014/main" id="{1E3FBC05-7A8E-34F7-7A33-5CB86F017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125" y="358399"/>
            <a:ext cx="2481675" cy="172830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17AD78A-C38B-6AA9-CEA8-F2A66453E3A1}"/>
              </a:ext>
            </a:extLst>
          </p:cNvPr>
          <p:cNvGrpSpPr/>
          <p:nvPr/>
        </p:nvGrpSpPr>
        <p:grpSpPr>
          <a:xfrm>
            <a:off x="7114808" y="5864616"/>
            <a:ext cx="1987108" cy="634985"/>
            <a:chOff x="8582709" y="5595227"/>
            <a:chExt cx="1987108" cy="634985"/>
          </a:xfrm>
        </p:grpSpPr>
        <p:sp>
          <p:nvSpPr>
            <p:cNvPr id="22" name="矩形 75">
              <a:hlinkClick r:id="rId4"/>
              <a:extLst>
                <a:ext uri="{FF2B5EF4-FFF2-40B4-BE49-F238E27FC236}">
                  <a16:creationId xmlns:a16="http://schemas.microsoft.com/office/drawing/2014/main" id="{A498EF71-8245-78BA-9391-6E8DD9BA61D8}"/>
                </a:ext>
              </a:extLst>
            </p:cNvPr>
            <p:cNvSpPr/>
            <p:nvPr/>
          </p:nvSpPr>
          <p:spPr>
            <a:xfrm>
              <a:off x="8582709" y="5595227"/>
              <a:ext cx="1987108" cy="40261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800" b="1">
                  <a:solidFill>
                    <a:srgbClr val="F58934"/>
                  </a:solidFill>
                  <a:latin typeface="Tw Cen MT Condensed" panose="020B0606020104020203" pitchFamily="34" charset="77"/>
                  <a:ea typeface="Microsoft YaHei UI" panose="020B0503020204020204" pitchFamily="34" charset="-122"/>
                </a:rPr>
                <a:t>CYBERTEQ</a:t>
              </a:r>
              <a:r>
                <a:rPr lang="en-US" altLang="zh-CN" sz="180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.</a:t>
              </a:r>
              <a:r>
                <a:rPr lang="en-US" altLang="zh-CN" sz="1800" b="1">
                  <a:solidFill>
                    <a:schemeClr val="bg1"/>
                  </a:solidFill>
                  <a:latin typeface="Tw Cen MT Condensed" panose="020B0606020104020203" pitchFamily="34" charset="77"/>
                  <a:ea typeface="Microsoft YaHei UI" panose="020B0503020204020204" pitchFamily="34" charset="-122"/>
                </a:rPr>
                <a:t>COM</a:t>
              </a:r>
              <a:endParaRPr lang="zh-CN" altLang="en-US" sz="1800" b="1">
                <a:solidFill>
                  <a:schemeClr val="bg1"/>
                </a:solidFill>
                <a:latin typeface="Tw Cen MT Condensed" panose="020B0606020104020203" pitchFamily="34" charset="77"/>
                <a:ea typeface="Microsoft YaHei UI" panose="020B0503020204020204" pitchFamily="34" charset="-122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71C05D6-4052-16F6-3F37-7237F025798B}"/>
                </a:ext>
              </a:extLst>
            </p:cNvPr>
            <p:cNvGrpSpPr/>
            <p:nvPr/>
          </p:nvGrpSpPr>
          <p:grpSpPr>
            <a:xfrm>
              <a:off x="8983054" y="5962450"/>
              <a:ext cx="1230134" cy="267762"/>
              <a:chOff x="8588089" y="5518486"/>
              <a:chExt cx="1230134" cy="267762"/>
            </a:xfrm>
          </p:grpSpPr>
          <p:pic>
            <p:nvPicPr>
              <p:cNvPr id="24" name="Picture 23" descr="Icon&#10;&#10;Description automatically generated">
                <a:extLst>
                  <a:ext uri="{FF2B5EF4-FFF2-40B4-BE49-F238E27FC236}">
                    <a16:creationId xmlns:a16="http://schemas.microsoft.com/office/drawing/2014/main" id="{FA089E0D-6D42-4940-39F9-E3A61EE3A5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35030" y="5529975"/>
                <a:ext cx="254025" cy="256273"/>
              </a:xfrm>
              <a:prstGeom prst="rect">
                <a:avLst/>
              </a:prstGeom>
            </p:spPr>
          </p:pic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91F742B5-A6C3-350C-5DDF-FD02C3DA93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61950" y="5529975"/>
                <a:ext cx="256273" cy="256273"/>
              </a:xfrm>
              <a:prstGeom prst="rect">
                <a:avLst/>
              </a:prstGeom>
            </p:spPr>
          </p:pic>
          <p:pic>
            <p:nvPicPr>
              <p:cNvPr id="26" name="Picture 25" descr="Icon&#10;&#10;Description automatically generated">
                <a:extLst>
                  <a:ext uri="{FF2B5EF4-FFF2-40B4-BE49-F238E27FC236}">
                    <a16:creationId xmlns:a16="http://schemas.microsoft.com/office/drawing/2014/main" id="{1CA89361-4F2E-CD8C-B0A6-935711F0C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88089" y="5518486"/>
                <a:ext cx="254025" cy="256273"/>
              </a:xfrm>
              <a:prstGeom prst="rect">
                <a:avLst/>
              </a:prstGeom>
            </p:spPr>
          </p:pic>
          <p:pic>
            <p:nvPicPr>
              <p:cNvPr id="27" name="Picture 26" descr="A picture containing clipart&#10;&#10;Description automatically generated">
                <a:extLst>
                  <a:ext uri="{FF2B5EF4-FFF2-40B4-BE49-F238E27FC236}">
                    <a16:creationId xmlns:a16="http://schemas.microsoft.com/office/drawing/2014/main" id="{B86DF255-0385-B165-4287-77F71A046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12761" y="5523046"/>
                <a:ext cx="256273" cy="25627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3527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1B1A-9235-0CD9-4DB1-4F8B69982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799690"/>
            <a:ext cx="6898240" cy="175432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defRPr sz="6000" b="1" i="0">
                <a:solidFill>
                  <a:schemeClr val="bg1"/>
                </a:solidFill>
                <a:latin typeface="Wavehaus 128 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53E75-33D2-3891-0267-AF91A97D8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577602"/>
            <a:ext cx="6898241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pic>
        <p:nvPicPr>
          <p:cNvPr id="10" name="Picture 9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28634C3-F9EC-41AA-6EC8-3D24B21A5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559" y="293422"/>
            <a:ext cx="3135578" cy="3135578"/>
          </a:xfrm>
          <a:prstGeom prst="rect">
            <a:avLst/>
          </a:prstGeom>
        </p:spPr>
      </p:pic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4971A80F-A46E-430D-9F55-506799606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332" y="5840327"/>
            <a:ext cx="1152805" cy="803416"/>
          </a:xfrm>
          <a:prstGeom prst="rect">
            <a:avLst/>
          </a:prstGeom>
        </p:spPr>
      </p:pic>
      <p:sp>
        <p:nvSpPr>
          <p:cNvPr id="14" name="object 7">
            <a:extLst>
              <a:ext uri="{FF2B5EF4-FFF2-40B4-BE49-F238E27FC236}">
                <a16:creationId xmlns:a16="http://schemas.microsoft.com/office/drawing/2014/main" id="{8543036C-AD9C-33A7-0D37-7461FE4AF70F}"/>
              </a:ext>
            </a:extLst>
          </p:cNvPr>
          <p:cNvSpPr/>
          <p:nvPr/>
        </p:nvSpPr>
        <p:spPr>
          <a:xfrm>
            <a:off x="1055742" y="5707256"/>
            <a:ext cx="11136258" cy="13577"/>
          </a:xfrm>
          <a:custGeom>
            <a:avLst/>
            <a:gdLst/>
            <a:ahLst/>
            <a:cxnLst/>
            <a:rect l="l" t="t" r="r" b="b"/>
            <a:pathLst>
              <a:path w="17188180" h="20954">
                <a:moveTo>
                  <a:pt x="0" y="20941"/>
                </a:moveTo>
                <a:lnTo>
                  <a:pt x="17188146" y="20941"/>
                </a:lnTo>
                <a:lnTo>
                  <a:pt x="17188146" y="0"/>
                </a:lnTo>
                <a:lnTo>
                  <a:pt x="0" y="0"/>
                </a:lnTo>
                <a:lnTo>
                  <a:pt x="0" y="209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DF34D05C-C349-7A2E-3D4E-9063BD1756CE}"/>
              </a:ext>
            </a:extLst>
          </p:cNvPr>
          <p:cNvSpPr/>
          <p:nvPr/>
        </p:nvSpPr>
        <p:spPr>
          <a:xfrm>
            <a:off x="857762" y="5582368"/>
            <a:ext cx="257959" cy="257959"/>
          </a:xfrm>
          <a:custGeom>
            <a:avLst/>
            <a:gdLst/>
            <a:ahLst/>
            <a:cxnLst/>
            <a:rect l="l" t="t" r="r" b="b"/>
            <a:pathLst>
              <a:path w="398144" h="398145">
                <a:moveTo>
                  <a:pt x="198946" y="0"/>
                </a:moveTo>
                <a:lnTo>
                  <a:pt x="153331" y="5254"/>
                </a:lnTo>
                <a:lnTo>
                  <a:pt x="111456" y="20221"/>
                </a:lnTo>
                <a:lnTo>
                  <a:pt x="74517" y="43707"/>
                </a:lnTo>
                <a:lnTo>
                  <a:pt x="43707" y="74517"/>
                </a:lnTo>
                <a:lnTo>
                  <a:pt x="20221" y="111456"/>
                </a:lnTo>
                <a:lnTo>
                  <a:pt x="5254" y="153331"/>
                </a:lnTo>
                <a:lnTo>
                  <a:pt x="0" y="198946"/>
                </a:lnTo>
                <a:lnTo>
                  <a:pt x="5254" y="244562"/>
                </a:lnTo>
                <a:lnTo>
                  <a:pt x="20221" y="286436"/>
                </a:lnTo>
                <a:lnTo>
                  <a:pt x="43707" y="323376"/>
                </a:lnTo>
                <a:lnTo>
                  <a:pt x="74517" y="354185"/>
                </a:lnTo>
                <a:lnTo>
                  <a:pt x="111456" y="377671"/>
                </a:lnTo>
                <a:lnTo>
                  <a:pt x="153331" y="392639"/>
                </a:lnTo>
                <a:lnTo>
                  <a:pt x="198946" y="397893"/>
                </a:lnTo>
                <a:lnTo>
                  <a:pt x="244562" y="392639"/>
                </a:lnTo>
                <a:lnTo>
                  <a:pt x="286436" y="377671"/>
                </a:lnTo>
                <a:lnTo>
                  <a:pt x="323376" y="354185"/>
                </a:lnTo>
                <a:lnTo>
                  <a:pt x="354185" y="323376"/>
                </a:lnTo>
                <a:lnTo>
                  <a:pt x="377671" y="286436"/>
                </a:lnTo>
                <a:lnTo>
                  <a:pt x="392639" y="244562"/>
                </a:lnTo>
                <a:lnTo>
                  <a:pt x="397893" y="198946"/>
                </a:lnTo>
                <a:lnTo>
                  <a:pt x="392639" y="153331"/>
                </a:lnTo>
                <a:lnTo>
                  <a:pt x="377671" y="111456"/>
                </a:lnTo>
                <a:lnTo>
                  <a:pt x="354185" y="74517"/>
                </a:lnTo>
                <a:lnTo>
                  <a:pt x="323376" y="43707"/>
                </a:lnTo>
                <a:lnTo>
                  <a:pt x="286436" y="20221"/>
                </a:lnTo>
                <a:lnTo>
                  <a:pt x="244562" y="5254"/>
                </a:lnTo>
                <a:lnTo>
                  <a:pt x="1989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388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1B1A-9235-0CD9-4DB1-4F8B69982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53E75-33D2-3891-0267-AF91A97D8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95741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F5893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pic>
        <p:nvPicPr>
          <p:cNvPr id="8" name="Picture 7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40B1705-1DB5-1937-DAB7-9BF6033D7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556" y="457200"/>
            <a:ext cx="598488" cy="59848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E9406-0658-36F0-9F9E-B28FF2714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6143-5101-4E17-80E5-18B2B8DC2D4A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8A0CCF-A76A-28B6-38E1-4C744740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906AFAE-6675-B45E-856A-ADC00529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91923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7A51-8CFE-4782-E55C-441103FE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8122"/>
            <a:ext cx="10515600" cy="234690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600" b="1">
                <a:solidFill>
                  <a:srgbClr val="F5893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490A2-EC44-74B5-1849-63B7B06D2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759779"/>
            <a:ext cx="10515600" cy="15267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bg object 20">
            <a:extLst>
              <a:ext uri="{FF2B5EF4-FFF2-40B4-BE49-F238E27FC236}">
                <a16:creationId xmlns:a16="http://schemas.microsoft.com/office/drawing/2014/main" id="{61DC687A-2CC2-5653-1DA3-DE8AD7BB331E}"/>
              </a:ext>
            </a:extLst>
          </p:cNvPr>
          <p:cNvSpPr/>
          <p:nvPr/>
        </p:nvSpPr>
        <p:spPr>
          <a:xfrm>
            <a:off x="7947368" y="-1"/>
            <a:ext cx="4244631" cy="3603833"/>
          </a:xfrm>
          <a:prstGeom prst="rect">
            <a:avLst/>
          </a:prstGeom>
          <a:blipFill>
            <a:blip r:embed="rId2" cstate="print"/>
            <a:stretch>
              <a:fillRect t="-19916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 descr="A logo with orange lines&#10;&#10;Description automatically generated with medium confidence">
            <a:extLst>
              <a:ext uri="{FF2B5EF4-FFF2-40B4-BE49-F238E27FC236}">
                <a16:creationId xmlns:a16="http://schemas.microsoft.com/office/drawing/2014/main" id="{6E248BAA-85DE-89B0-3DB9-BEFAF6522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86" y="385663"/>
            <a:ext cx="2481675" cy="17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g object 20">
            <a:extLst>
              <a:ext uri="{FF2B5EF4-FFF2-40B4-BE49-F238E27FC236}">
                <a16:creationId xmlns:a16="http://schemas.microsoft.com/office/drawing/2014/main" id="{588ADCB4-3759-CE86-E6FB-F049F1A162DE}"/>
              </a:ext>
            </a:extLst>
          </p:cNvPr>
          <p:cNvSpPr/>
          <p:nvPr/>
        </p:nvSpPr>
        <p:spPr>
          <a:xfrm flipH="1">
            <a:off x="0" y="0"/>
            <a:ext cx="4244631" cy="4321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A4607FB6-11E2-F9B4-580B-4DBAB55CD4DE}"/>
              </a:ext>
            </a:extLst>
          </p:cNvPr>
          <p:cNvGrpSpPr/>
          <p:nvPr/>
        </p:nvGrpSpPr>
        <p:grpSpPr>
          <a:xfrm>
            <a:off x="7092559" y="1259188"/>
            <a:ext cx="5099440" cy="224823"/>
            <a:chOff x="12903177" y="3356211"/>
            <a:chExt cx="7201534" cy="317500"/>
          </a:xfrm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07266CAE-08E0-7B53-9C21-656A3A215F4C}"/>
                </a:ext>
              </a:extLst>
            </p:cNvPr>
            <p:cNvSpPr/>
            <p:nvPr/>
          </p:nvSpPr>
          <p:spPr>
            <a:xfrm>
              <a:off x="13141065" y="3504259"/>
              <a:ext cx="6963409" cy="20955"/>
            </a:xfrm>
            <a:custGeom>
              <a:avLst/>
              <a:gdLst/>
              <a:ahLst/>
              <a:cxnLst/>
              <a:rect l="l" t="t" r="r" b="b"/>
              <a:pathLst>
                <a:path w="6963409" h="20954">
                  <a:moveTo>
                    <a:pt x="0" y="20941"/>
                  </a:moveTo>
                  <a:lnTo>
                    <a:pt x="6963034" y="20941"/>
                  </a:lnTo>
                  <a:lnTo>
                    <a:pt x="6963034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0C9B2E3A-BF45-27A8-A292-1F51F0BCA10D}"/>
                </a:ext>
              </a:extLst>
            </p:cNvPr>
            <p:cNvSpPr/>
            <p:nvPr/>
          </p:nvSpPr>
          <p:spPr>
            <a:xfrm>
              <a:off x="12903177" y="3356211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510DF-CBA5-2CAE-869E-7AD88439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8EE-D403-4C05-863F-EFFF6BEAA443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BD1137-D439-4703-9813-5A7DB794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D3298-1F2D-2632-E82B-E7382F32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9849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rgbClr val="1F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9F140AE1-82A2-4B8B-F566-1FC612F6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556" y="365125"/>
            <a:ext cx="640080" cy="64008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2325A5F-0A96-162B-F0C5-124841591AB0}"/>
              </a:ext>
            </a:extLst>
          </p:cNvPr>
          <p:cNvGrpSpPr/>
          <p:nvPr userDrawn="1"/>
        </p:nvGrpSpPr>
        <p:grpSpPr>
          <a:xfrm>
            <a:off x="0" y="1093152"/>
            <a:ext cx="1985131" cy="141116"/>
            <a:chOff x="4876609" y="5201702"/>
            <a:chExt cx="1985131" cy="141116"/>
          </a:xfrm>
        </p:grpSpPr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CCC482CC-5B46-A32A-EA28-7D351E0BA3B4}"/>
                </a:ext>
              </a:extLst>
            </p:cNvPr>
            <p:cNvSpPr/>
            <p:nvPr/>
          </p:nvSpPr>
          <p:spPr>
            <a:xfrm rot="10800000">
              <a:off x="6720626" y="5201702"/>
              <a:ext cx="141114" cy="141116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2D59B9F-8C15-4499-014C-DBFA8E4A9F09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09" y="5273675"/>
              <a:ext cx="1914716" cy="0"/>
            </a:xfrm>
            <a:prstGeom prst="line">
              <a:avLst/>
            </a:prstGeom>
            <a:ln w="15875">
              <a:solidFill>
                <a:srgbClr val="F68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5A22D11-DC87-8940-BCAE-BCC705C9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58400" cy="64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95179-A28F-E86F-8551-F8B9707E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BB962-5620-483D-B872-DCF81D53092F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2E6F0-C7E4-B106-F639-AA357F38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A507A-7169-6B0D-1BE0-3220592D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2173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with Single Maze">
    <p:bg>
      <p:bgPr>
        <a:solidFill>
          <a:srgbClr val="1F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DEBDF6-92C0-EF4D-CBB1-C8E93F8433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8772" b="11938"/>
          <a:stretch/>
        </p:blipFill>
        <p:spPr>
          <a:xfrm>
            <a:off x="7655867" y="2380503"/>
            <a:ext cx="4536133" cy="447749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2325A5F-0A96-162B-F0C5-124841591AB0}"/>
              </a:ext>
            </a:extLst>
          </p:cNvPr>
          <p:cNvGrpSpPr/>
          <p:nvPr userDrawn="1"/>
        </p:nvGrpSpPr>
        <p:grpSpPr>
          <a:xfrm>
            <a:off x="0" y="1093152"/>
            <a:ext cx="1985131" cy="141116"/>
            <a:chOff x="4876609" y="5201702"/>
            <a:chExt cx="1985131" cy="141116"/>
          </a:xfrm>
        </p:grpSpPr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CCC482CC-5B46-A32A-EA28-7D351E0BA3B4}"/>
                </a:ext>
              </a:extLst>
            </p:cNvPr>
            <p:cNvSpPr/>
            <p:nvPr/>
          </p:nvSpPr>
          <p:spPr>
            <a:xfrm rot="10800000">
              <a:off x="6720626" y="5201702"/>
              <a:ext cx="141114" cy="141116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2D59B9F-8C15-4499-014C-DBFA8E4A9F09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09" y="5273675"/>
              <a:ext cx="1914716" cy="0"/>
            </a:xfrm>
            <a:prstGeom prst="line">
              <a:avLst/>
            </a:prstGeom>
            <a:ln w="15875">
              <a:solidFill>
                <a:srgbClr val="F68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0FD1AF17-4A89-4F2F-8DF3-B619A0233F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556" y="365125"/>
            <a:ext cx="640080" cy="64008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79C0E8E-17DE-ED4D-4040-DB5DDDFB7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58400" cy="64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6A703-1F27-0E24-5208-D3FCEB8B4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441D-2257-45A6-B892-DFE9ED2C3A2A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3E2CA-D031-D56D-F5E7-B6E46A87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DBB65-0BC3-6AB8-A52A-B8D543A8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6050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with Double Ma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g object 20">
            <a:extLst>
              <a:ext uri="{FF2B5EF4-FFF2-40B4-BE49-F238E27FC236}">
                <a16:creationId xmlns:a16="http://schemas.microsoft.com/office/drawing/2014/main" id="{07B9F43D-7E59-2E35-1A0F-6935F90AE18C}"/>
              </a:ext>
            </a:extLst>
          </p:cNvPr>
          <p:cNvSpPr/>
          <p:nvPr/>
        </p:nvSpPr>
        <p:spPr>
          <a:xfrm>
            <a:off x="9130857" y="0"/>
            <a:ext cx="3122950" cy="3161154"/>
          </a:xfrm>
          <a:prstGeom prst="rect">
            <a:avLst/>
          </a:prstGeom>
          <a:blipFill>
            <a:blip r:embed="rId2" cstate="print"/>
            <a:stretch>
              <a:fillRect t="-58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bg object 20">
            <a:extLst>
              <a:ext uri="{FF2B5EF4-FFF2-40B4-BE49-F238E27FC236}">
                <a16:creationId xmlns:a16="http://schemas.microsoft.com/office/drawing/2014/main" id="{649AF0F9-8922-D6AF-6BAC-586D63B6D928}"/>
              </a:ext>
            </a:extLst>
          </p:cNvPr>
          <p:cNvSpPr/>
          <p:nvPr/>
        </p:nvSpPr>
        <p:spPr>
          <a:xfrm flipH="1" flipV="1">
            <a:off x="0" y="4183117"/>
            <a:ext cx="3150504" cy="2674883"/>
          </a:xfrm>
          <a:prstGeom prst="rect">
            <a:avLst/>
          </a:prstGeom>
          <a:blipFill>
            <a:blip r:embed="rId2" cstate="print"/>
            <a:stretch>
              <a:fillRect t="-19916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54DE22-7584-2444-E84B-54BE53084B0B}"/>
              </a:ext>
            </a:extLst>
          </p:cNvPr>
          <p:cNvGrpSpPr/>
          <p:nvPr userDrawn="1"/>
        </p:nvGrpSpPr>
        <p:grpSpPr>
          <a:xfrm>
            <a:off x="0" y="1093152"/>
            <a:ext cx="1985131" cy="141116"/>
            <a:chOff x="4876609" y="5201702"/>
            <a:chExt cx="1985131" cy="141116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45A1748-4A27-76F2-F4F8-73167DDA29E9}"/>
                </a:ext>
              </a:extLst>
            </p:cNvPr>
            <p:cNvSpPr/>
            <p:nvPr/>
          </p:nvSpPr>
          <p:spPr>
            <a:xfrm rot="10800000">
              <a:off x="6720626" y="5201702"/>
              <a:ext cx="141114" cy="141116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D2CBCB1-C2FB-8D2E-26C2-44317BD43BC1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09" y="5273675"/>
              <a:ext cx="1914716" cy="0"/>
            </a:xfrm>
            <a:prstGeom prst="line">
              <a:avLst/>
            </a:prstGeom>
            <a:ln w="15875">
              <a:solidFill>
                <a:srgbClr val="F68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3E2F13E-3963-7921-584B-8505A22E2E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556" y="365125"/>
            <a:ext cx="640080" cy="64008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B640EC86-4083-F054-6604-9279C423E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58400" cy="64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8EE0E-5D86-7B7A-E774-6CD3E23B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03682-F541-45FB-8308-E57046433B9E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08DF1-AB40-562E-D342-61D38865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D8432-E622-0B18-6ADF-90979313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10774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139F8-CB45-5EC9-1491-90105303C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1"/>
            <a:ext cx="10515600" cy="491489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915348-957C-77B8-11F3-D237592544BE}"/>
              </a:ext>
            </a:extLst>
          </p:cNvPr>
          <p:cNvGrpSpPr/>
          <p:nvPr userDrawn="1"/>
        </p:nvGrpSpPr>
        <p:grpSpPr>
          <a:xfrm>
            <a:off x="0" y="1093152"/>
            <a:ext cx="1985131" cy="141116"/>
            <a:chOff x="4876609" y="5201702"/>
            <a:chExt cx="1985131" cy="141116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F4D2D563-5409-B325-F29E-0224898B93F0}"/>
                </a:ext>
              </a:extLst>
            </p:cNvPr>
            <p:cNvSpPr/>
            <p:nvPr/>
          </p:nvSpPr>
          <p:spPr>
            <a:xfrm rot="10800000">
              <a:off x="6720626" y="5201702"/>
              <a:ext cx="141114" cy="141116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2E73B4-031D-C67F-A85C-17451FD90AC9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09" y="5273675"/>
              <a:ext cx="1914716" cy="0"/>
            </a:xfrm>
            <a:prstGeom prst="line">
              <a:avLst/>
            </a:prstGeom>
            <a:ln w="15875">
              <a:solidFill>
                <a:srgbClr val="F68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958E0069-F8D7-98A9-753B-20CFA8F368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556" y="365125"/>
            <a:ext cx="640080" cy="64008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26AB617C-C9C3-C5AD-DEAB-262FF0EA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58400" cy="64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B58CC3-DEB4-E4E9-D425-9D36E3582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0BD52-9D5D-4A76-B21E-03DEF2F6ADC3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2150C-32B4-319B-5F52-3C0A0EF0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54B3F-25DC-9C11-F92A-FF5E64F2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12388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Double Ma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139F8-CB45-5EC9-1491-90105303C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3"/>
            <a:ext cx="10515600" cy="4914895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8" name="bg object 20">
            <a:extLst>
              <a:ext uri="{FF2B5EF4-FFF2-40B4-BE49-F238E27FC236}">
                <a16:creationId xmlns:a16="http://schemas.microsoft.com/office/drawing/2014/main" id="{07B9F43D-7E59-2E35-1A0F-6935F90AE18C}"/>
              </a:ext>
            </a:extLst>
          </p:cNvPr>
          <p:cNvSpPr/>
          <p:nvPr/>
        </p:nvSpPr>
        <p:spPr>
          <a:xfrm>
            <a:off x="9130857" y="0"/>
            <a:ext cx="3122950" cy="3161154"/>
          </a:xfrm>
          <a:prstGeom prst="rect">
            <a:avLst/>
          </a:prstGeom>
          <a:blipFill>
            <a:blip r:embed="rId2" cstate="print"/>
            <a:stretch>
              <a:fillRect t="-58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bg object 20">
            <a:extLst>
              <a:ext uri="{FF2B5EF4-FFF2-40B4-BE49-F238E27FC236}">
                <a16:creationId xmlns:a16="http://schemas.microsoft.com/office/drawing/2014/main" id="{649AF0F9-8922-D6AF-6BAC-586D63B6D928}"/>
              </a:ext>
            </a:extLst>
          </p:cNvPr>
          <p:cNvSpPr/>
          <p:nvPr/>
        </p:nvSpPr>
        <p:spPr>
          <a:xfrm flipH="1" flipV="1">
            <a:off x="0" y="4183117"/>
            <a:ext cx="3150504" cy="2674883"/>
          </a:xfrm>
          <a:prstGeom prst="rect">
            <a:avLst/>
          </a:prstGeom>
          <a:blipFill>
            <a:blip r:embed="rId2" cstate="print"/>
            <a:stretch>
              <a:fillRect t="-19916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54DE22-7584-2444-E84B-54BE53084B0B}"/>
              </a:ext>
            </a:extLst>
          </p:cNvPr>
          <p:cNvGrpSpPr/>
          <p:nvPr userDrawn="1"/>
        </p:nvGrpSpPr>
        <p:grpSpPr>
          <a:xfrm>
            <a:off x="0" y="1093152"/>
            <a:ext cx="1985131" cy="141116"/>
            <a:chOff x="4876609" y="5201702"/>
            <a:chExt cx="1985131" cy="141116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45A1748-4A27-76F2-F4F8-73167DDA29E9}"/>
                </a:ext>
              </a:extLst>
            </p:cNvPr>
            <p:cNvSpPr/>
            <p:nvPr/>
          </p:nvSpPr>
          <p:spPr>
            <a:xfrm rot="10800000">
              <a:off x="6720626" y="5201702"/>
              <a:ext cx="141114" cy="141116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D2CBCB1-C2FB-8D2E-26C2-44317BD43BC1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09" y="5273675"/>
              <a:ext cx="1914716" cy="0"/>
            </a:xfrm>
            <a:prstGeom prst="line">
              <a:avLst/>
            </a:prstGeom>
            <a:ln w="15875">
              <a:solidFill>
                <a:srgbClr val="F68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235F76AE-26F2-CCB3-6B38-4862BCD688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556" y="365125"/>
            <a:ext cx="640080" cy="640080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D68FF4DF-F56D-3529-0F0D-2F9D6B93E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58400" cy="64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A6F8FB6-A2AB-CA2C-595A-B5FE555E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57994-BC39-496D-A70F-6A07349942CE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638658B-0161-AAAF-EC12-B9FBF06C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93AF7FC-D5BF-F1BF-1398-CDC3BAFA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7533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63BF-8C8A-CDC7-D237-904DBE2EC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1600"/>
            <a:ext cx="5181600" cy="49149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27886-8C75-C015-641B-036FDFA47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71600"/>
            <a:ext cx="5181600" cy="49149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34A967-BD64-1B98-2490-3D3032EDC8E2}"/>
              </a:ext>
            </a:extLst>
          </p:cNvPr>
          <p:cNvGrpSpPr/>
          <p:nvPr userDrawn="1"/>
        </p:nvGrpSpPr>
        <p:grpSpPr>
          <a:xfrm>
            <a:off x="0" y="1093152"/>
            <a:ext cx="1985131" cy="141116"/>
            <a:chOff x="4876609" y="5201702"/>
            <a:chExt cx="1985131" cy="141116"/>
          </a:xfrm>
        </p:grpSpPr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A46FD5E3-AE75-61A0-63A1-0D69FF29136F}"/>
                </a:ext>
              </a:extLst>
            </p:cNvPr>
            <p:cNvSpPr/>
            <p:nvPr/>
          </p:nvSpPr>
          <p:spPr>
            <a:xfrm rot="10800000">
              <a:off x="6720626" y="5201702"/>
              <a:ext cx="141114" cy="141116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DA7F9C-8050-F5AE-DBF5-DB0DAC7F8D7D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09" y="5273675"/>
              <a:ext cx="1914716" cy="0"/>
            </a:xfrm>
            <a:prstGeom prst="line">
              <a:avLst/>
            </a:prstGeom>
            <a:ln w="15875">
              <a:solidFill>
                <a:srgbClr val="F68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E358BD2A-15AD-9DB3-F1E6-826A7E42FA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556" y="365125"/>
            <a:ext cx="640080" cy="640080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AB7B3F8F-BD1A-4FA3-7D04-9EF0FD0F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58400" cy="64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958DF-8619-7605-FC16-13E085FF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A4D2-A6CC-4F62-9FBC-42D358B0A257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F28FA-536D-58BF-29AD-DA936604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6E5F0-3230-7DCB-EA72-E25B54A2C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79557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 object 20">
            <a:extLst>
              <a:ext uri="{FF2B5EF4-FFF2-40B4-BE49-F238E27FC236}">
                <a16:creationId xmlns:a16="http://schemas.microsoft.com/office/drawing/2014/main" id="{AA488F06-DE59-ECF5-F551-2A1CF89C725C}"/>
              </a:ext>
            </a:extLst>
          </p:cNvPr>
          <p:cNvSpPr/>
          <p:nvPr userDrawn="1"/>
        </p:nvSpPr>
        <p:spPr>
          <a:xfrm flipH="1">
            <a:off x="0" y="0"/>
            <a:ext cx="4244631" cy="4321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6C6E0-B263-4030-95B3-019F20FAD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81809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F5893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32ABF-71AE-85D4-BBCF-3FE56DEE5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34986"/>
            <a:ext cx="5157787" cy="3951514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456A46-E436-9B8F-1A80-79C995A8A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81809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F5893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39C82-3C3C-DC3E-02F0-FA0B34D5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34986"/>
            <a:ext cx="5183188" cy="3951514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854C22-D84E-2B02-0745-286823C973EA}"/>
              </a:ext>
            </a:extLst>
          </p:cNvPr>
          <p:cNvGrpSpPr/>
          <p:nvPr userDrawn="1"/>
        </p:nvGrpSpPr>
        <p:grpSpPr>
          <a:xfrm>
            <a:off x="0" y="1093152"/>
            <a:ext cx="1985131" cy="141116"/>
            <a:chOff x="4876609" y="5201702"/>
            <a:chExt cx="1985131" cy="141116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BD8E43CB-D03E-397B-8CE5-825BCA1DF34D}"/>
                </a:ext>
              </a:extLst>
            </p:cNvPr>
            <p:cNvSpPr/>
            <p:nvPr/>
          </p:nvSpPr>
          <p:spPr>
            <a:xfrm rot="10800000">
              <a:off x="6720626" y="5201702"/>
              <a:ext cx="141114" cy="141116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DCA3DEE-D938-A830-48E5-965B4C19FEB9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09" y="5273675"/>
              <a:ext cx="1914716" cy="0"/>
            </a:xfrm>
            <a:prstGeom prst="line">
              <a:avLst/>
            </a:prstGeom>
            <a:ln w="15875">
              <a:solidFill>
                <a:srgbClr val="F68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3636682-EB9B-CF4D-D125-378855F998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556" y="365125"/>
            <a:ext cx="640080" cy="640080"/>
          </a:xfrm>
          <a:prstGeom prst="rect">
            <a:avLst/>
          </a:prstGeom>
        </p:spPr>
      </p:pic>
      <p:sp>
        <p:nvSpPr>
          <p:cNvPr id="21" name="Title 20">
            <a:extLst>
              <a:ext uri="{FF2B5EF4-FFF2-40B4-BE49-F238E27FC236}">
                <a16:creationId xmlns:a16="http://schemas.microsoft.com/office/drawing/2014/main" id="{C54E853E-2B10-08B1-4A73-CF083BC1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58400" cy="64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BE09D-F0FD-6350-FA2F-554DF8BF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53D-3A46-4DA3-8499-E59EB86E7B4C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5BDD983-1D11-1C4C-6E22-DAA85961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6CDCCC-626A-ED94-90A1-C9852882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32450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0E9B-A2C9-B170-29F6-8E3686185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71600"/>
            <a:ext cx="10515600" cy="49149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9BE652-9C44-158E-6910-054797CDE729}"/>
              </a:ext>
            </a:extLst>
          </p:cNvPr>
          <p:cNvGrpSpPr/>
          <p:nvPr userDrawn="1"/>
        </p:nvGrpSpPr>
        <p:grpSpPr>
          <a:xfrm>
            <a:off x="0" y="1093152"/>
            <a:ext cx="1985131" cy="141116"/>
            <a:chOff x="4876609" y="5201702"/>
            <a:chExt cx="1985131" cy="141116"/>
          </a:xfrm>
        </p:grpSpPr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ED104AF4-E183-EE7C-C0EB-FC394C1DDB84}"/>
                </a:ext>
              </a:extLst>
            </p:cNvPr>
            <p:cNvSpPr/>
            <p:nvPr/>
          </p:nvSpPr>
          <p:spPr>
            <a:xfrm rot="10800000">
              <a:off x="6720626" y="5201702"/>
              <a:ext cx="141114" cy="141116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CEEE45-58FD-0D0A-5D69-C203BF00624C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09" y="5273675"/>
              <a:ext cx="1914716" cy="0"/>
            </a:xfrm>
            <a:prstGeom prst="line">
              <a:avLst/>
            </a:prstGeom>
            <a:ln w="15875">
              <a:solidFill>
                <a:srgbClr val="F68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A805D-CC13-CD14-B927-A1ABBF67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6690-E011-4D3F-A5F4-EB6B17DB7C3F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C0D77-F44F-57A3-956F-FCF17F09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EBE10-2566-1A86-1109-C9B604DD9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0581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0CC680-A3E8-551A-554A-F17CA5FA8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4"/>
            <a:ext cx="2628900" cy="592137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F5893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1DEBE-1113-4025-F977-242456AD5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4"/>
            <a:ext cx="7734300" cy="59213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pic>
        <p:nvPicPr>
          <p:cNvPr id="12" name="Picture 11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69DCE6F2-A3D9-B61A-D7BB-A650258EF5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556" y="365125"/>
            <a:ext cx="640080" cy="6400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118C9-C03B-A665-5E7B-A304F375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BB8-B8AA-4843-9301-0D04E814875C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7861F-8CC8-2CA1-E0B4-71E687C0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D12A-09CC-0C42-13CF-20C490700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7474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logo with a circle&#10;&#10;Description automatically generated">
            <a:extLst>
              <a:ext uri="{FF2B5EF4-FFF2-40B4-BE49-F238E27FC236}">
                <a16:creationId xmlns:a16="http://schemas.microsoft.com/office/drawing/2014/main" id="{3D0006A9-8B40-94A2-9277-8CBDC2BDC0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642" t="9558" b="15936"/>
          <a:stretch/>
        </p:blipFill>
        <p:spPr>
          <a:xfrm>
            <a:off x="0" y="0"/>
            <a:ext cx="3141657" cy="684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92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F7EED-373F-B38C-0D8E-A8CF331F010D}"/>
              </a:ext>
            </a:extLst>
          </p:cNvPr>
          <p:cNvGrpSpPr/>
          <p:nvPr/>
        </p:nvGrpSpPr>
        <p:grpSpPr>
          <a:xfrm>
            <a:off x="5035853" y="5256053"/>
            <a:ext cx="2120295" cy="841187"/>
            <a:chOff x="3255622" y="3856145"/>
            <a:chExt cx="1443386" cy="572635"/>
          </a:xfrm>
        </p:grpSpPr>
        <p:sp>
          <p:nvSpPr>
            <p:cNvPr id="8" name="矩形 75">
              <a:hlinkClick r:id="rId2"/>
              <a:extLst>
                <a:ext uri="{FF2B5EF4-FFF2-40B4-BE49-F238E27FC236}">
                  <a16:creationId xmlns:a16="http://schemas.microsoft.com/office/drawing/2014/main" id="{2E98579A-26D3-81EE-2DDC-244677851C4E}"/>
                </a:ext>
              </a:extLst>
            </p:cNvPr>
            <p:cNvSpPr/>
            <p:nvPr/>
          </p:nvSpPr>
          <p:spPr>
            <a:xfrm>
              <a:off x="3255622" y="3856145"/>
              <a:ext cx="1443386" cy="26966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800" b="1" i="0">
                  <a:solidFill>
                    <a:srgbClr val="F58934"/>
                  </a:solidFill>
                  <a:latin typeface="Wavehaus 128 Bold" pitchFamily="2" charset="0"/>
                  <a:ea typeface="Microsoft YaHei UI" panose="020B0503020204020204" pitchFamily="34" charset="-122"/>
                </a:rPr>
                <a:t>CYBERTEQ</a:t>
              </a:r>
              <a:r>
                <a:rPr lang="en-US" altLang="zh-CN" sz="1800" b="1" i="0">
                  <a:solidFill>
                    <a:schemeClr val="bg1"/>
                  </a:solidFill>
                  <a:latin typeface="Wavehaus 128 Bold" pitchFamily="2" charset="0"/>
                  <a:ea typeface="Microsoft YaHei UI" panose="020B0503020204020204" pitchFamily="34" charset="-122"/>
                </a:rPr>
                <a:t>.COM</a:t>
              </a:r>
              <a:endParaRPr lang="zh-CN" altLang="en-US" sz="1800" b="1" i="0">
                <a:solidFill>
                  <a:schemeClr val="bg1"/>
                </a:solidFill>
                <a:latin typeface="Wavehaus 128 Bold" pitchFamily="2" charset="0"/>
                <a:ea typeface="Microsoft YaHei UI" panose="020B0503020204020204" pitchFamily="34" charset="-122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47BA14D-6DB3-44A2-8D01-207E0E7F2018}"/>
                </a:ext>
              </a:extLst>
            </p:cNvPr>
            <p:cNvGrpSpPr/>
            <p:nvPr/>
          </p:nvGrpSpPr>
          <p:grpSpPr>
            <a:xfrm>
              <a:off x="3440236" y="4198745"/>
              <a:ext cx="1084299" cy="230035"/>
              <a:chOff x="3329931" y="4879743"/>
              <a:chExt cx="6176073" cy="1310258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38F26D8-9386-7E2F-29CF-E7C5962749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9931" y="4902020"/>
                <a:ext cx="1287971" cy="1287981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92704A1-17C0-863B-565F-94910C4CBF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9298" y="4891300"/>
                <a:ext cx="1287971" cy="1287981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59974A4-A9FA-0E83-0440-D7CF985CB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88665" y="4879743"/>
                <a:ext cx="1287971" cy="128798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4864EEE8-A72C-97BB-5982-5BF456757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18033" y="4879743"/>
                <a:ext cx="1287971" cy="1287981"/>
              </a:xfrm>
              <a:prstGeom prst="rect">
                <a:avLst/>
              </a:prstGeom>
            </p:spPr>
          </p:pic>
        </p:grpSp>
      </p:grpSp>
      <p:pic>
        <p:nvPicPr>
          <p:cNvPr id="14" name="Picture 13" descr="A logo with a circle&#10;&#10;Description automatically generated">
            <a:extLst>
              <a:ext uri="{FF2B5EF4-FFF2-40B4-BE49-F238E27FC236}">
                <a16:creationId xmlns:a16="http://schemas.microsoft.com/office/drawing/2014/main" id="{3D0006A9-8B40-94A2-9277-8CBDC2BDC02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5642" t="9558" b="15936"/>
          <a:stretch/>
        </p:blipFill>
        <p:spPr>
          <a:xfrm>
            <a:off x="0" y="0"/>
            <a:ext cx="3141657" cy="68444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F19537-5A2B-357C-47A6-8A3F9825E8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3523" y="1371600"/>
            <a:ext cx="4344955" cy="302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09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1B1A-9235-0CD9-4DB1-4F8B69982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265" y="2799690"/>
            <a:ext cx="6441096" cy="1754326"/>
          </a:xfrm>
        </p:spPr>
        <p:txBody>
          <a:bodyPr wrap="square" anchor="b">
            <a:spAutoFit/>
          </a:bodyPr>
          <a:lstStyle>
            <a:lvl1pPr algn="l">
              <a:defRPr sz="6000" b="0" i="0">
                <a:solidFill>
                  <a:srgbClr val="1E252B"/>
                </a:solidFill>
                <a:latin typeface="Wavehaus 128 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53E75-33D2-3891-0267-AF91A97D8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264" y="4577602"/>
            <a:ext cx="6441097" cy="480131"/>
          </a:xfrm>
        </p:spPr>
        <p:txBody>
          <a:bodyPr wrap="square">
            <a:spAutoFit/>
          </a:bodyPr>
          <a:lstStyle>
            <a:lvl1pPr marL="0" indent="0" algn="l">
              <a:buNone/>
              <a:defRPr sz="2800" b="1">
                <a:solidFill>
                  <a:srgbClr val="F6883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EG" dirty="0"/>
          </a:p>
        </p:txBody>
      </p:sp>
      <p:pic>
        <p:nvPicPr>
          <p:cNvPr id="10" name="Picture 9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28634C3-F9EC-41AA-6EC8-3D24B21A5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812" y="565569"/>
            <a:ext cx="3135578" cy="313557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3739413-1A57-0D1D-E3D5-241DE4A0819E}"/>
              </a:ext>
            </a:extLst>
          </p:cNvPr>
          <p:cNvGrpSpPr/>
          <p:nvPr userDrawn="1"/>
        </p:nvGrpSpPr>
        <p:grpSpPr>
          <a:xfrm>
            <a:off x="948752" y="5522408"/>
            <a:ext cx="11268426" cy="257959"/>
            <a:chOff x="948752" y="5522408"/>
            <a:chExt cx="11268426" cy="257959"/>
          </a:xfrm>
        </p:grpSpPr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8543036C-AD9C-33A7-0D37-7461FE4AF70F}"/>
                </a:ext>
              </a:extLst>
            </p:cNvPr>
            <p:cNvSpPr/>
            <p:nvPr/>
          </p:nvSpPr>
          <p:spPr>
            <a:xfrm>
              <a:off x="1080920" y="5647296"/>
              <a:ext cx="11136258" cy="13577"/>
            </a:xfrm>
            <a:custGeom>
              <a:avLst/>
              <a:gdLst/>
              <a:ahLst/>
              <a:cxnLst/>
              <a:rect l="l" t="t" r="r" b="b"/>
              <a:pathLst>
                <a:path w="17188180" h="20954">
                  <a:moveTo>
                    <a:pt x="0" y="20941"/>
                  </a:moveTo>
                  <a:lnTo>
                    <a:pt x="17188146" y="20941"/>
                  </a:lnTo>
                  <a:lnTo>
                    <a:pt x="17188146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rgbClr val="1E252B"/>
                </a:solidFill>
              </a:endParaRPr>
            </a:p>
          </p:txBody>
        </p:sp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DF34D05C-C349-7A2E-3D4E-9063BD1756CE}"/>
                </a:ext>
              </a:extLst>
            </p:cNvPr>
            <p:cNvSpPr/>
            <p:nvPr/>
          </p:nvSpPr>
          <p:spPr>
            <a:xfrm>
              <a:off x="948752" y="5522408"/>
              <a:ext cx="257959" cy="257959"/>
            </a:xfrm>
            <a:custGeom>
              <a:avLst/>
              <a:gdLst/>
              <a:ahLst/>
              <a:cxnLst/>
              <a:rect l="l" t="t" r="r" b="b"/>
              <a:pathLst>
                <a:path w="398144" h="398145">
                  <a:moveTo>
                    <a:pt x="198946" y="0"/>
                  </a:moveTo>
                  <a:lnTo>
                    <a:pt x="153331" y="5254"/>
                  </a:lnTo>
                  <a:lnTo>
                    <a:pt x="111456" y="20221"/>
                  </a:lnTo>
                  <a:lnTo>
                    <a:pt x="74517" y="43707"/>
                  </a:lnTo>
                  <a:lnTo>
                    <a:pt x="43707" y="74517"/>
                  </a:lnTo>
                  <a:lnTo>
                    <a:pt x="20221" y="111456"/>
                  </a:lnTo>
                  <a:lnTo>
                    <a:pt x="5254" y="153331"/>
                  </a:lnTo>
                  <a:lnTo>
                    <a:pt x="0" y="198946"/>
                  </a:lnTo>
                  <a:lnTo>
                    <a:pt x="5254" y="244562"/>
                  </a:lnTo>
                  <a:lnTo>
                    <a:pt x="20221" y="286436"/>
                  </a:lnTo>
                  <a:lnTo>
                    <a:pt x="43707" y="323376"/>
                  </a:lnTo>
                  <a:lnTo>
                    <a:pt x="74517" y="354185"/>
                  </a:lnTo>
                  <a:lnTo>
                    <a:pt x="111456" y="377671"/>
                  </a:lnTo>
                  <a:lnTo>
                    <a:pt x="153331" y="392639"/>
                  </a:lnTo>
                  <a:lnTo>
                    <a:pt x="198946" y="397893"/>
                  </a:lnTo>
                  <a:lnTo>
                    <a:pt x="244562" y="392639"/>
                  </a:lnTo>
                  <a:lnTo>
                    <a:pt x="286436" y="377671"/>
                  </a:lnTo>
                  <a:lnTo>
                    <a:pt x="323376" y="354185"/>
                  </a:lnTo>
                  <a:lnTo>
                    <a:pt x="354185" y="323376"/>
                  </a:lnTo>
                  <a:lnTo>
                    <a:pt x="377671" y="286436"/>
                  </a:lnTo>
                  <a:lnTo>
                    <a:pt x="392639" y="244562"/>
                  </a:lnTo>
                  <a:lnTo>
                    <a:pt x="397893" y="198946"/>
                  </a:lnTo>
                  <a:lnTo>
                    <a:pt x="392639" y="153331"/>
                  </a:lnTo>
                  <a:lnTo>
                    <a:pt x="377671" y="111456"/>
                  </a:lnTo>
                  <a:lnTo>
                    <a:pt x="354185" y="74517"/>
                  </a:lnTo>
                  <a:lnTo>
                    <a:pt x="323376" y="43707"/>
                  </a:lnTo>
                  <a:lnTo>
                    <a:pt x="286436" y="20221"/>
                  </a:lnTo>
                  <a:lnTo>
                    <a:pt x="244562" y="5254"/>
                  </a:lnTo>
                  <a:lnTo>
                    <a:pt x="198946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rgbClr val="1E252B"/>
                </a:solidFill>
              </a:endParaRPr>
            </a:p>
          </p:txBody>
        </p:sp>
      </p:grpSp>
      <p:pic>
        <p:nvPicPr>
          <p:cNvPr id="7" name="Picture 6" descr="A logo with orange lines&#10;&#10;Description automatically generated with medium confidence">
            <a:extLst>
              <a:ext uri="{FF2B5EF4-FFF2-40B4-BE49-F238E27FC236}">
                <a16:creationId xmlns:a16="http://schemas.microsoft.com/office/drawing/2014/main" id="{D5FC202B-6A84-CC79-A709-4E90280E5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91" y="5823434"/>
            <a:ext cx="1223847" cy="85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24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logo with a circle&#10;&#10;Description automatically generated">
            <a:extLst>
              <a:ext uri="{FF2B5EF4-FFF2-40B4-BE49-F238E27FC236}">
                <a16:creationId xmlns:a16="http://schemas.microsoft.com/office/drawing/2014/main" id="{F0E7E300-8633-984D-1427-190C8FD2F9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alphaModFix amt="5000"/>
          </a:blip>
          <a:srcRect l="43924" t="9558" b="15936"/>
          <a:stretch/>
        </p:blipFill>
        <p:spPr>
          <a:xfrm>
            <a:off x="-1" y="0"/>
            <a:ext cx="5127621" cy="6844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1B1A-9235-0CD9-4DB1-4F8B69982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9249" y="3586508"/>
            <a:ext cx="5924550" cy="1906628"/>
          </a:xfrm>
        </p:spPr>
        <p:txBody>
          <a:bodyPr anchor="b">
            <a:noAutofit/>
          </a:bodyPr>
          <a:lstStyle>
            <a:lvl1pPr algn="l">
              <a:defRPr sz="4800" b="1" i="0">
                <a:solidFill>
                  <a:srgbClr val="F58934"/>
                </a:solidFill>
                <a:latin typeface="Wavehaus 128 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53E75-33D2-3891-0267-AF91A97D8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9248" y="3043092"/>
            <a:ext cx="5924551" cy="480972"/>
          </a:xfrm>
        </p:spPr>
        <p:txBody>
          <a:bodyPr/>
          <a:lstStyle>
            <a:lvl1pPr marL="0" indent="0" algn="l">
              <a:buNone/>
              <a:defRPr sz="2400" b="1">
                <a:solidFill>
                  <a:srgbClr val="1E252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EG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20579F-DD2E-02A0-B579-2414F925270D}"/>
              </a:ext>
            </a:extLst>
          </p:cNvPr>
          <p:cNvGrpSpPr/>
          <p:nvPr userDrawn="1"/>
        </p:nvGrpSpPr>
        <p:grpSpPr>
          <a:xfrm>
            <a:off x="5500685" y="5606657"/>
            <a:ext cx="11268426" cy="257959"/>
            <a:chOff x="5500685" y="5606657"/>
            <a:chExt cx="11268426" cy="257959"/>
          </a:xfrm>
        </p:grpSpPr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B2C022A-FA36-25F9-60FA-29186497C795}"/>
                </a:ext>
              </a:extLst>
            </p:cNvPr>
            <p:cNvSpPr/>
            <p:nvPr/>
          </p:nvSpPr>
          <p:spPr>
            <a:xfrm>
              <a:off x="5632853" y="5731545"/>
              <a:ext cx="11136258" cy="13577"/>
            </a:xfrm>
            <a:custGeom>
              <a:avLst/>
              <a:gdLst/>
              <a:ahLst/>
              <a:cxnLst/>
              <a:rect l="l" t="t" r="r" b="b"/>
              <a:pathLst>
                <a:path w="17188180" h="20954">
                  <a:moveTo>
                    <a:pt x="0" y="20941"/>
                  </a:moveTo>
                  <a:lnTo>
                    <a:pt x="17188146" y="20941"/>
                  </a:lnTo>
                  <a:lnTo>
                    <a:pt x="17188146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AC47CAC3-5130-4B28-734E-39CF1CA2CD71}"/>
                </a:ext>
              </a:extLst>
            </p:cNvPr>
            <p:cNvSpPr/>
            <p:nvPr/>
          </p:nvSpPr>
          <p:spPr>
            <a:xfrm>
              <a:off x="5500685" y="5606657"/>
              <a:ext cx="257959" cy="257959"/>
            </a:xfrm>
            <a:custGeom>
              <a:avLst/>
              <a:gdLst/>
              <a:ahLst/>
              <a:cxnLst/>
              <a:rect l="l" t="t" r="r" b="b"/>
              <a:pathLst>
                <a:path w="398144" h="398145">
                  <a:moveTo>
                    <a:pt x="198946" y="0"/>
                  </a:moveTo>
                  <a:lnTo>
                    <a:pt x="153331" y="5254"/>
                  </a:lnTo>
                  <a:lnTo>
                    <a:pt x="111456" y="20221"/>
                  </a:lnTo>
                  <a:lnTo>
                    <a:pt x="74517" y="43707"/>
                  </a:lnTo>
                  <a:lnTo>
                    <a:pt x="43707" y="74517"/>
                  </a:lnTo>
                  <a:lnTo>
                    <a:pt x="20221" y="111456"/>
                  </a:lnTo>
                  <a:lnTo>
                    <a:pt x="5254" y="153331"/>
                  </a:lnTo>
                  <a:lnTo>
                    <a:pt x="0" y="198946"/>
                  </a:lnTo>
                  <a:lnTo>
                    <a:pt x="5254" y="244562"/>
                  </a:lnTo>
                  <a:lnTo>
                    <a:pt x="20221" y="286436"/>
                  </a:lnTo>
                  <a:lnTo>
                    <a:pt x="43707" y="323376"/>
                  </a:lnTo>
                  <a:lnTo>
                    <a:pt x="74517" y="354185"/>
                  </a:lnTo>
                  <a:lnTo>
                    <a:pt x="111456" y="377671"/>
                  </a:lnTo>
                  <a:lnTo>
                    <a:pt x="153331" y="392639"/>
                  </a:lnTo>
                  <a:lnTo>
                    <a:pt x="198946" y="397893"/>
                  </a:lnTo>
                  <a:lnTo>
                    <a:pt x="244562" y="392639"/>
                  </a:lnTo>
                  <a:lnTo>
                    <a:pt x="286436" y="377671"/>
                  </a:lnTo>
                  <a:lnTo>
                    <a:pt x="323376" y="354185"/>
                  </a:lnTo>
                  <a:lnTo>
                    <a:pt x="354185" y="323376"/>
                  </a:lnTo>
                  <a:lnTo>
                    <a:pt x="377671" y="286436"/>
                  </a:lnTo>
                  <a:lnTo>
                    <a:pt x="392639" y="244562"/>
                  </a:lnTo>
                  <a:lnTo>
                    <a:pt x="397893" y="198946"/>
                  </a:lnTo>
                  <a:lnTo>
                    <a:pt x="392639" y="153331"/>
                  </a:lnTo>
                  <a:lnTo>
                    <a:pt x="377671" y="111456"/>
                  </a:lnTo>
                  <a:lnTo>
                    <a:pt x="354185" y="74517"/>
                  </a:lnTo>
                  <a:lnTo>
                    <a:pt x="323376" y="43707"/>
                  </a:lnTo>
                  <a:lnTo>
                    <a:pt x="286436" y="20221"/>
                  </a:lnTo>
                  <a:lnTo>
                    <a:pt x="244562" y="5254"/>
                  </a:lnTo>
                  <a:lnTo>
                    <a:pt x="198946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Picture 16" descr="A logo with orange lines&#10;&#10;Description automatically generated with medium confidence">
            <a:extLst>
              <a:ext uri="{FF2B5EF4-FFF2-40B4-BE49-F238E27FC236}">
                <a16:creationId xmlns:a16="http://schemas.microsoft.com/office/drawing/2014/main" id="{1E3FBC05-7A8E-34F7-7A33-5CB86F017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125" y="358399"/>
            <a:ext cx="2481675" cy="172830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17AD78A-C38B-6AA9-CEA8-F2A66453E3A1}"/>
              </a:ext>
            </a:extLst>
          </p:cNvPr>
          <p:cNvGrpSpPr/>
          <p:nvPr/>
        </p:nvGrpSpPr>
        <p:grpSpPr>
          <a:xfrm>
            <a:off x="7114808" y="5864616"/>
            <a:ext cx="1987108" cy="634985"/>
            <a:chOff x="8582709" y="5595227"/>
            <a:chExt cx="1987108" cy="634985"/>
          </a:xfrm>
        </p:grpSpPr>
        <p:sp>
          <p:nvSpPr>
            <p:cNvPr id="22" name="矩形 75">
              <a:hlinkClick r:id="rId4"/>
              <a:extLst>
                <a:ext uri="{FF2B5EF4-FFF2-40B4-BE49-F238E27FC236}">
                  <a16:creationId xmlns:a16="http://schemas.microsoft.com/office/drawing/2014/main" id="{A498EF71-8245-78BA-9391-6E8DD9BA61D8}"/>
                </a:ext>
              </a:extLst>
            </p:cNvPr>
            <p:cNvSpPr/>
            <p:nvPr/>
          </p:nvSpPr>
          <p:spPr>
            <a:xfrm>
              <a:off x="8582709" y="5595227"/>
              <a:ext cx="1987108" cy="40261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800" b="1" dirty="0">
                  <a:solidFill>
                    <a:srgbClr val="F58934"/>
                  </a:solidFill>
                  <a:latin typeface="Tw Cen MT Condensed" panose="020B0606020104020203" pitchFamily="34" charset="77"/>
                  <a:ea typeface="Microsoft YaHei UI" panose="020B0503020204020204" pitchFamily="34" charset="-122"/>
                </a:rPr>
                <a:t>CYBERTEQ</a:t>
              </a:r>
              <a:r>
                <a:rPr lang="en-US" altLang="zh-CN" sz="180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.</a:t>
              </a:r>
              <a:r>
                <a:rPr lang="en-US" altLang="zh-CN" sz="1800" b="1" dirty="0">
                  <a:solidFill>
                    <a:schemeClr val="bg1"/>
                  </a:solidFill>
                  <a:latin typeface="Tw Cen MT Condensed" panose="020B0606020104020203" pitchFamily="34" charset="77"/>
                  <a:ea typeface="Microsoft YaHei UI" panose="020B0503020204020204" pitchFamily="34" charset="-122"/>
                </a:rPr>
                <a:t>COM</a:t>
              </a:r>
              <a:endParaRPr lang="zh-CN" altLang="en-US" sz="1800" b="1" dirty="0">
                <a:solidFill>
                  <a:schemeClr val="bg1"/>
                </a:solidFill>
                <a:latin typeface="Tw Cen MT Condensed" panose="020B0606020104020203" pitchFamily="34" charset="77"/>
                <a:ea typeface="Microsoft YaHei UI" panose="020B0503020204020204" pitchFamily="34" charset="-122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71C05D6-4052-16F6-3F37-7237F025798B}"/>
                </a:ext>
              </a:extLst>
            </p:cNvPr>
            <p:cNvGrpSpPr/>
            <p:nvPr/>
          </p:nvGrpSpPr>
          <p:grpSpPr>
            <a:xfrm>
              <a:off x="8983054" y="5962450"/>
              <a:ext cx="1230134" cy="267762"/>
              <a:chOff x="8588089" y="5518486"/>
              <a:chExt cx="1230134" cy="267762"/>
            </a:xfrm>
          </p:grpSpPr>
          <p:pic>
            <p:nvPicPr>
              <p:cNvPr id="24" name="Picture 23" descr="Icon&#10;&#10;Description automatically generated">
                <a:extLst>
                  <a:ext uri="{FF2B5EF4-FFF2-40B4-BE49-F238E27FC236}">
                    <a16:creationId xmlns:a16="http://schemas.microsoft.com/office/drawing/2014/main" id="{FA089E0D-6D42-4940-39F9-E3A61EE3A5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35030" y="5529975"/>
                <a:ext cx="254025" cy="256273"/>
              </a:xfrm>
              <a:prstGeom prst="rect">
                <a:avLst/>
              </a:prstGeom>
            </p:spPr>
          </p:pic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91F742B5-A6C3-350C-5DDF-FD02C3DA93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61950" y="5529975"/>
                <a:ext cx="256273" cy="256273"/>
              </a:xfrm>
              <a:prstGeom prst="rect">
                <a:avLst/>
              </a:prstGeom>
            </p:spPr>
          </p:pic>
          <p:pic>
            <p:nvPicPr>
              <p:cNvPr id="26" name="Picture 25" descr="Icon&#10;&#10;Description automatically generated">
                <a:extLst>
                  <a:ext uri="{FF2B5EF4-FFF2-40B4-BE49-F238E27FC236}">
                    <a16:creationId xmlns:a16="http://schemas.microsoft.com/office/drawing/2014/main" id="{1CA89361-4F2E-CD8C-B0A6-935711F0C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88089" y="5518486"/>
                <a:ext cx="254025" cy="256273"/>
              </a:xfrm>
              <a:prstGeom prst="rect">
                <a:avLst/>
              </a:prstGeom>
            </p:spPr>
          </p:pic>
          <p:pic>
            <p:nvPicPr>
              <p:cNvPr id="27" name="Picture 26" descr="A picture containing clipart&#10;&#10;Description automatically generated">
                <a:extLst>
                  <a:ext uri="{FF2B5EF4-FFF2-40B4-BE49-F238E27FC236}">
                    <a16:creationId xmlns:a16="http://schemas.microsoft.com/office/drawing/2014/main" id="{B86DF255-0385-B165-4287-77F71A046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12761" y="5523046"/>
                <a:ext cx="256273" cy="25627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172288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1B1A-9235-0CD9-4DB1-4F8B69982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10515600" cy="2387600"/>
          </a:xfrm>
        </p:spPr>
        <p:txBody>
          <a:bodyPr anchor="b"/>
          <a:lstStyle>
            <a:lvl1pPr algn="ctr">
              <a:defRPr sz="6000" b="0" i="0">
                <a:solidFill>
                  <a:srgbClr val="1E252B"/>
                </a:solidFill>
                <a:latin typeface="Wavehaus 128 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53E75-33D2-3891-0267-AF91A97D8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51275"/>
            <a:ext cx="105156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5893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 dirty="0"/>
          </a:p>
        </p:txBody>
      </p:sp>
      <p:pic>
        <p:nvPicPr>
          <p:cNvPr id="8" name="Picture 7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40B1705-1DB5-1937-DAB7-9BF6033D7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556" y="365760"/>
            <a:ext cx="598488" cy="598488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C32AD89-0930-683C-006E-18D9824AB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5804-F9C3-46DF-89DD-D28B97ACBB0F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B9EF085-B7A2-081C-607E-E54F5C98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8D0DFF9-6CBC-42E1-02EA-03B8F450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25295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7A51-8CFE-4782-E55C-441103FE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918948"/>
            <a:ext cx="10515600" cy="1643527"/>
          </a:xfrm>
        </p:spPr>
        <p:txBody>
          <a:bodyPr anchor="b">
            <a:spAutoFit/>
          </a:bodyPr>
          <a:lstStyle>
            <a:lvl1pPr>
              <a:defRPr sz="5600" b="1">
                <a:solidFill>
                  <a:srgbClr val="F5893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490A2-EC44-74B5-1849-63B7B06D2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1E252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bg object 20">
            <a:extLst>
              <a:ext uri="{FF2B5EF4-FFF2-40B4-BE49-F238E27FC236}">
                <a16:creationId xmlns:a16="http://schemas.microsoft.com/office/drawing/2014/main" id="{61DC687A-2CC2-5653-1DA3-DE8AD7BB331E}"/>
              </a:ext>
            </a:extLst>
          </p:cNvPr>
          <p:cNvSpPr/>
          <p:nvPr/>
        </p:nvSpPr>
        <p:spPr>
          <a:xfrm>
            <a:off x="7947368" y="-1"/>
            <a:ext cx="4244631" cy="3603833"/>
          </a:xfrm>
          <a:prstGeom prst="rect">
            <a:avLst/>
          </a:prstGeom>
          <a:blipFill>
            <a:blip r:embed="rId2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6674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 t="-19916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 descr="A logo with orange lines&#10;&#10;Description automatically generated with medium confidence">
            <a:extLst>
              <a:ext uri="{FF2B5EF4-FFF2-40B4-BE49-F238E27FC236}">
                <a16:creationId xmlns:a16="http://schemas.microsoft.com/office/drawing/2014/main" id="{6E248BAA-85DE-89B0-3DB9-BEFAF6522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" y="712234"/>
            <a:ext cx="2481675" cy="1728309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06FA6F6-50A4-DE7B-BCA2-2D6DBD97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DF727-DBEC-46A3-9854-5CAE9F77A1C7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42F2D99-8099-55A4-E31A-8FB2F591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3BCAC9-DCD2-125B-E76F-EAB5E1EC9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415010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D234-6CA1-E69D-8B02-450A261D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/>
          <a:lstStyle>
            <a:lvl1pPr>
              <a:defRPr b="0" i="0">
                <a:solidFill>
                  <a:srgbClr val="F58934"/>
                </a:solidFill>
                <a:latin typeface="Wavehaus 128 Bold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3B822-28E0-4728-C791-050BC805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67ECE-03AC-426A-884E-4E3F432A5320}" type="datetime5">
              <a:rPr lang="en-US" smtClean="0"/>
              <a:t>[Date]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2435B-C2AA-8319-EFF2-594C38E7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214CC-0D6F-2BA0-67FB-503F4CFF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t>‹#›</a:t>
            </a:fld>
            <a:endParaRPr lang="en-EG"/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0F7CF854-3361-9F70-47B3-C3D763680072}"/>
              </a:ext>
            </a:extLst>
          </p:cNvPr>
          <p:cNvGrpSpPr/>
          <p:nvPr/>
        </p:nvGrpSpPr>
        <p:grpSpPr>
          <a:xfrm>
            <a:off x="7092559" y="1504780"/>
            <a:ext cx="5099440" cy="224823"/>
            <a:chOff x="12903177" y="3356211"/>
            <a:chExt cx="7201534" cy="317500"/>
          </a:xfrm>
          <a:solidFill>
            <a:srgbClr val="F68831"/>
          </a:solidFill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544F9CD2-6CA4-C1E4-9B20-F9380A5C9123}"/>
                </a:ext>
              </a:extLst>
            </p:cNvPr>
            <p:cNvSpPr/>
            <p:nvPr/>
          </p:nvSpPr>
          <p:spPr>
            <a:xfrm>
              <a:off x="13141065" y="3504259"/>
              <a:ext cx="6963409" cy="20955"/>
            </a:xfrm>
            <a:custGeom>
              <a:avLst/>
              <a:gdLst/>
              <a:ahLst/>
              <a:cxnLst/>
              <a:rect l="l" t="t" r="r" b="b"/>
              <a:pathLst>
                <a:path w="6963409" h="20954">
                  <a:moveTo>
                    <a:pt x="0" y="20941"/>
                  </a:moveTo>
                  <a:lnTo>
                    <a:pt x="6963034" y="20941"/>
                  </a:lnTo>
                  <a:lnTo>
                    <a:pt x="6963034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1D4ECE26-2462-6270-327F-A3AD447EADCA}"/>
                </a:ext>
              </a:extLst>
            </p:cNvPr>
            <p:cNvSpPr/>
            <p:nvPr/>
          </p:nvSpPr>
          <p:spPr>
            <a:xfrm>
              <a:off x="12903177" y="3356211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65E2FF90-B578-7681-A03E-D9A56800D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378859"/>
            <a:ext cx="6064045" cy="4766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E252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6" name="bg object 20">
            <a:extLst>
              <a:ext uri="{FF2B5EF4-FFF2-40B4-BE49-F238E27FC236}">
                <a16:creationId xmlns:a16="http://schemas.microsoft.com/office/drawing/2014/main" id="{2EE69170-8540-5D2F-10C6-ADD11CB237DA}"/>
              </a:ext>
            </a:extLst>
          </p:cNvPr>
          <p:cNvSpPr/>
          <p:nvPr userDrawn="1"/>
        </p:nvSpPr>
        <p:spPr>
          <a:xfrm>
            <a:off x="9069050" y="0"/>
            <a:ext cx="3122950" cy="3161154"/>
          </a:xfrm>
          <a:prstGeom prst="rect">
            <a:avLst/>
          </a:prstGeom>
          <a:blipFill>
            <a:blip r:embed="rId2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alphaModFix amt="49000"/>
            </a:blip>
            <a:stretch>
              <a:fillRect t="-58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bg object 20">
            <a:extLst>
              <a:ext uri="{FF2B5EF4-FFF2-40B4-BE49-F238E27FC236}">
                <a16:creationId xmlns:a16="http://schemas.microsoft.com/office/drawing/2014/main" id="{B0BDFE7A-86C9-6D3C-73C0-659AF3969708}"/>
              </a:ext>
            </a:extLst>
          </p:cNvPr>
          <p:cNvSpPr/>
          <p:nvPr userDrawn="1"/>
        </p:nvSpPr>
        <p:spPr>
          <a:xfrm rot="10800000">
            <a:off x="0" y="3696846"/>
            <a:ext cx="3122950" cy="3161154"/>
          </a:xfrm>
          <a:prstGeom prst="rect">
            <a:avLst/>
          </a:prstGeom>
          <a:blipFill>
            <a:blip r:embed="rId2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alphaModFix amt="49000"/>
            </a:blip>
            <a:stretch>
              <a:fillRect t="-58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2331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with Single Ma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D234-6CA1-E69D-8B02-450A261D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/>
          <a:lstStyle>
            <a:lvl1pPr>
              <a:defRPr b="0" i="0">
                <a:solidFill>
                  <a:srgbClr val="F58934"/>
                </a:solidFill>
                <a:latin typeface="Wavehaus 128 Bold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3B822-28E0-4728-C791-050BC805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4E7B-6E61-4314-B7DB-B6C2613EF9BB}" type="datetime5">
              <a:rPr lang="en-US" smtClean="0"/>
              <a:t>[Date]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2435B-C2AA-8319-EFF2-594C38E7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214CC-0D6F-2BA0-67FB-503F4CFF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t>‹#›</a:t>
            </a:fld>
            <a:endParaRPr lang="en-EG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8B4F48E-4027-0941-6EDE-4515ABFDDE69}"/>
              </a:ext>
            </a:extLst>
          </p:cNvPr>
          <p:cNvSpPr/>
          <p:nvPr/>
        </p:nvSpPr>
        <p:spPr>
          <a:xfrm>
            <a:off x="7071426" y="2190670"/>
            <a:ext cx="5120574" cy="4667330"/>
          </a:xfrm>
          <a:custGeom>
            <a:avLst/>
            <a:gdLst/>
            <a:ahLst/>
            <a:cxnLst/>
            <a:rect l="l" t="t" r="r" b="b"/>
            <a:pathLst>
              <a:path w="7231380" h="6591300">
                <a:moveTo>
                  <a:pt x="4476635" y="1701800"/>
                </a:moveTo>
                <a:lnTo>
                  <a:pt x="4468787" y="1651000"/>
                </a:lnTo>
                <a:lnTo>
                  <a:pt x="4447133" y="1612900"/>
                </a:lnTo>
                <a:lnTo>
                  <a:pt x="4414520" y="1574800"/>
                </a:lnTo>
                <a:lnTo>
                  <a:pt x="4373765" y="1549400"/>
                </a:lnTo>
                <a:lnTo>
                  <a:pt x="4279189" y="1549400"/>
                </a:lnTo>
                <a:lnTo>
                  <a:pt x="4233227" y="1574800"/>
                </a:lnTo>
                <a:lnTo>
                  <a:pt x="4096791" y="1612900"/>
                </a:lnTo>
                <a:lnTo>
                  <a:pt x="4051795" y="1638300"/>
                </a:lnTo>
                <a:lnTo>
                  <a:pt x="3962539" y="1663700"/>
                </a:lnTo>
                <a:lnTo>
                  <a:pt x="3918293" y="1689100"/>
                </a:lnTo>
                <a:lnTo>
                  <a:pt x="3874312" y="1701800"/>
                </a:lnTo>
                <a:lnTo>
                  <a:pt x="3830574" y="1727200"/>
                </a:lnTo>
                <a:lnTo>
                  <a:pt x="3787114" y="1739900"/>
                </a:lnTo>
                <a:lnTo>
                  <a:pt x="3700996" y="1790700"/>
                </a:lnTo>
                <a:lnTo>
                  <a:pt x="3658336" y="1803400"/>
                </a:lnTo>
                <a:lnTo>
                  <a:pt x="3532060" y="1879600"/>
                </a:lnTo>
                <a:lnTo>
                  <a:pt x="3490544" y="1892300"/>
                </a:lnTo>
                <a:lnTo>
                  <a:pt x="3367735" y="1968500"/>
                </a:lnTo>
                <a:lnTo>
                  <a:pt x="3208248" y="2070100"/>
                </a:lnTo>
                <a:lnTo>
                  <a:pt x="3091916" y="2146300"/>
                </a:lnTo>
                <a:lnTo>
                  <a:pt x="3053791" y="2184400"/>
                </a:lnTo>
                <a:lnTo>
                  <a:pt x="2941396" y="2260600"/>
                </a:lnTo>
                <a:lnTo>
                  <a:pt x="2904604" y="2298700"/>
                </a:lnTo>
                <a:lnTo>
                  <a:pt x="2832062" y="2349500"/>
                </a:lnTo>
                <a:lnTo>
                  <a:pt x="2796298" y="2387600"/>
                </a:lnTo>
                <a:lnTo>
                  <a:pt x="2760903" y="2413000"/>
                </a:lnTo>
                <a:lnTo>
                  <a:pt x="2725864" y="2451100"/>
                </a:lnTo>
                <a:lnTo>
                  <a:pt x="2691180" y="2476500"/>
                </a:lnTo>
                <a:lnTo>
                  <a:pt x="2656852" y="2514600"/>
                </a:lnTo>
                <a:lnTo>
                  <a:pt x="2622905" y="2540000"/>
                </a:lnTo>
                <a:lnTo>
                  <a:pt x="2589314" y="2578100"/>
                </a:lnTo>
                <a:lnTo>
                  <a:pt x="2556103" y="2616200"/>
                </a:lnTo>
                <a:lnTo>
                  <a:pt x="2523274" y="2641600"/>
                </a:lnTo>
                <a:lnTo>
                  <a:pt x="2490825" y="2679700"/>
                </a:lnTo>
                <a:lnTo>
                  <a:pt x="2458758" y="2717800"/>
                </a:lnTo>
                <a:lnTo>
                  <a:pt x="2427071" y="2755900"/>
                </a:lnTo>
                <a:lnTo>
                  <a:pt x="2395778" y="2781300"/>
                </a:lnTo>
                <a:lnTo>
                  <a:pt x="2364879" y="2819400"/>
                </a:lnTo>
                <a:lnTo>
                  <a:pt x="2334387" y="2857500"/>
                </a:lnTo>
                <a:lnTo>
                  <a:pt x="2304288" y="2895600"/>
                </a:lnTo>
                <a:lnTo>
                  <a:pt x="2274595" y="2933700"/>
                </a:lnTo>
                <a:lnTo>
                  <a:pt x="2245309" y="2971800"/>
                </a:lnTo>
                <a:lnTo>
                  <a:pt x="2216429" y="3009900"/>
                </a:lnTo>
                <a:lnTo>
                  <a:pt x="2187968" y="3048000"/>
                </a:lnTo>
                <a:lnTo>
                  <a:pt x="2159927" y="3086100"/>
                </a:lnTo>
                <a:lnTo>
                  <a:pt x="2132304" y="3124200"/>
                </a:lnTo>
                <a:lnTo>
                  <a:pt x="2105101" y="3162300"/>
                </a:lnTo>
                <a:lnTo>
                  <a:pt x="2078329" y="3200400"/>
                </a:lnTo>
                <a:lnTo>
                  <a:pt x="2052002" y="3238500"/>
                </a:lnTo>
                <a:lnTo>
                  <a:pt x="2026094" y="3276600"/>
                </a:lnTo>
                <a:lnTo>
                  <a:pt x="2000631" y="3314700"/>
                </a:lnTo>
                <a:lnTo>
                  <a:pt x="1975612" y="3352800"/>
                </a:lnTo>
                <a:lnTo>
                  <a:pt x="1951037" y="3390900"/>
                </a:lnTo>
                <a:lnTo>
                  <a:pt x="1926907" y="3441700"/>
                </a:lnTo>
                <a:lnTo>
                  <a:pt x="1903234" y="3479800"/>
                </a:lnTo>
                <a:lnTo>
                  <a:pt x="1880006" y="3517900"/>
                </a:lnTo>
                <a:lnTo>
                  <a:pt x="1857248" y="3556000"/>
                </a:lnTo>
                <a:lnTo>
                  <a:pt x="1834946" y="3606800"/>
                </a:lnTo>
                <a:lnTo>
                  <a:pt x="1813115" y="3644900"/>
                </a:lnTo>
                <a:lnTo>
                  <a:pt x="1791754" y="3683000"/>
                </a:lnTo>
                <a:lnTo>
                  <a:pt x="1770862" y="3733800"/>
                </a:lnTo>
                <a:lnTo>
                  <a:pt x="1750453" y="3771900"/>
                </a:lnTo>
                <a:lnTo>
                  <a:pt x="1730514" y="3822700"/>
                </a:lnTo>
                <a:lnTo>
                  <a:pt x="1711071" y="3860800"/>
                </a:lnTo>
                <a:lnTo>
                  <a:pt x="1692097" y="3898900"/>
                </a:lnTo>
                <a:lnTo>
                  <a:pt x="1673618" y="3949700"/>
                </a:lnTo>
                <a:lnTo>
                  <a:pt x="1655635" y="3987800"/>
                </a:lnTo>
                <a:lnTo>
                  <a:pt x="1638160" y="4038600"/>
                </a:lnTo>
                <a:lnTo>
                  <a:pt x="1621167" y="4089400"/>
                </a:lnTo>
                <a:lnTo>
                  <a:pt x="1604683" y="4127500"/>
                </a:lnTo>
                <a:lnTo>
                  <a:pt x="1588719" y="4178300"/>
                </a:lnTo>
                <a:lnTo>
                  <a:pt x="1573250" y="4216400"/>
                </a:lnTo>
                <a:lnTo>
                  <a:pt x="1558302" y="4267200"/>
                </a:lnTo>
                <a:lnTo>
                  <a:pt x="1543862" y="4305300"/>
                </a:lnTo>
                <a:lnTo>
                  <a:pt x="1529956" y="4356100"/>
                </a:lnTo>
                <a:lnTo>
                  <a:pt x="1516557" y="4406900"/>
                </a:lnTo>
                <a:lnTo>
                  <a:pt x="1503692" y="4445012"/>
                </a:lnTo>
                <a:lnTo>
                  <a:pt x="1491373" y="4495812"/>
                </a:lnTo>
                <a:lnTo>
                  <a:pt x="1479575" y="4546612"/>
                </a:lnTo>
                <a:lnTo>
                  <a:pt x="1468310" y="4597412"/>
                </a:lnTo>
                <a:lnTo>
                  <a:pt x="1457591" y="4635512"/>
                </a:lnTo>
                <a:lnTo>
                  <a:pt x="1447419" y="4686312"/>
                </a:lnTo>
                <a:lnTo>
                  <a:pt x="1437792" y="4737112"/>
                </a:lnTo>
                <a:lnTo>
                  <a:pt x="1428724" y="4787912"/>
                </a:lnTo>
                <a:lnTo>
                  <a:pt x="1420202" y="4838712"/>
                </a:lnTo>
                <a:lnTo>
                  <a:pt x="1412240" y="4876812"/>
                </a:lnTo>
                <a:lnTo>
                  <a:pt x="1404848" y="4927612"/>
                </a:lnTo>
                <a:lnTo>
                  <a:pt x="1398003" y="4978412"/>
                </a:lnTo>
                <a:lnTo>
                  <a:pt x="1391742" y="5029212"/>
                </a:lnTo>
                <a:lnTo>
                  <a:pt x="1386052" y="5080012"/>
                </a:lnTo>
                <a:lnTo>
                  <a:pt x="1380934" y="5130812"/>
                </a:lnTo>
                <a:lnTo>
                  <a:pt x="1376387" y="5181612"/>
                </a:lnTo>
                <a:lnTo>
                  <a:pt x="1372476" y="5232412"/>
                </a:lnTo>
                <a:lnTo>
                  <a:pt x="1369123" y="5283212"/>
                </a:lnTo>
                <a:lnTo>
                  <a:pt x="1366342" y="5334012"/>
                </a:lnTo>
                <a:lnTo>
                  <a:pt x="1364157" y="5384812"/>
                </a:lnTo>
                <a:lnTo>
                  <a:pt x="1362583" y="5435612"/>
                </a:lnTo>
                <a:lnTo>
                  <a:pt x="1361617" y="5486412"/>
                </a:lnTo>
                <a:lnTo>
                  <a:pt x="1361376" y="5524512"/>
                </a:lnTo>
                <a:lnTo>
                  <a:pt x="1361376" y="5549912"/>
                </a:lnTo>
                <a:lnTo>
                  <a:pt x="1361617" y="5588012"/>
                </a:lnTo>
                <a:lnTo>
                  <a:pt x="1362583" y="5638812"/>
                </a:lnTo>
                <a:lnTo>
                  <a:pt x="1364157" y="5689612"/>
                </a:lnTo>
                <a:lnTo>
                  <a:pt x="1366342" y="5740412"/>
                </a:lnTo>
                <a:lnTo>
                  <a:pt x="1369123" y="5791212"/>
                </a:lnTo>
                <a:lnTo>
                  <a:pt x="1372476" y="5842012"/>
                </a:lnTo>
                <a:lnTo>
                  <a:pt x="1376387" y="5892812"/>
                </a:lnTo>
                <a:lnTo>
                  <a:pt x="1381074" y="5943612"/>
                </a:lnTo>
                <a:lnTo>
                  <a:pt x="1386357" y="5994412"/>
                </a:lnTo>
                <a:lnTo>
                  <a:pt x="1392262" y="6045212"/>
                </a:lnTo>
                <a:lnTo>
                  <a:pt x="1398752" y="6096012"/>
                </a:lnTo>
                <a:lnTo>
                  <a:pt x="1405864" y="6146812"/>
                </a:lnTo>
                <a:lnTo>
                  <a:pt x="1413560" y="6197612"/>
                </a:lnTo>
                <a:lnTo>
                  <a:pt x="1421853" y="6248412"/>
                </a:lnTo>
                <a:lnTo>
                  <a:pt x="1430731" y="6299212"/>
                </a:lnTo>
                <a:lnTo>
                  <a:pt x="1440205" y="6350013"/>
                </a:lnTo>
                <a:lnTo>
                  <a:pt x="1450251" y="6400813"/>
                </a:lnTo>
                <a:lnTo>
                  <a:pt x="1460881" y="6451613"/>
                </a:lnTo>
                <a:lnTo>
                  <a:pt x="1472082" y="6502413"/>
                </a:lnTo>
                <a:lnTo>
                  <a:pt x="1483855" y="6540513"/>
                </a:lnTo>
                <a:lnTo>
                  <a:pt x="1496187" y="6591300"/>
                </a:lnTo>
                <a:lnTo>
                  <a:pt x="2248852" y="6591300"/>
                </a:lnTo>
                <a:lnTo>
                  <a:pt x="2242134" y="6578613"/>
                </a:lnTo>
                <a:lnTo>
                  <a:pt x="2227681" y="6527813"/>
                </a:lnTo>
                <a:lnTo>
                  <a:pt x="2213889" y="6477013"/>
                </a:lnTo>
                <a:lnTo>
                  <a:pt x="2200745" y="6438913"/>
                </a:lnTo>
                <a:lnTo>
                  <a:pt x="2188260" y="6388113"/>
                </a:lnTo>
                <a:lnTo>
                  <a:pt x="2176449" y="6337313"/>
                </a:lnTo>
                <a:lnTo>
                  <a:pt x="2165312" y="6286512"/>
                </a:lnTo>
                <a:lnTo>
                  <a:pt x="2154859" y="6248412"/>
                </a:lnTo>
                <a:lnTo>
                  <a:pt x="2145080" y="6197612"/>
                </a:lnTo>
                <a:lnTo>
                  <a:pt x="2135987" y="6146812"/>
                </a:lnTo>
                <a:lnTo>
                  <a:pt x="2127593" y="6096012"/>
                </a:lnTo>
                <a:lnTo>
                  <a:pt x="2119909" y="6045212"/>
                </a:lnTo>
                <a:lnTo>
                  <a:pt x="2112911" y="5994412"/>
                </a:lnTo>
                <a:lnTo>
                  <a:pt x="2106638" y="5943612"/>
                </a:lnTo>
                <a:lnTo>
                  <a:pt x="2101075" y="5892812"/>
                </a:lnTo>
                <a:lnTo>
                  <a:pt x="2096236" y="5842012"/>
                </a:lnTo>
                <a:lnTo>
                  <a:pt x="2092096" y="5791212"/>
                </a:lnTo>
                <a:lnTo>
                  <a:pt x="2088692" y="5740412"/>
                </a:lnTo>
                <a:lnTo>
                  <a:pt x="2086013" y="5689612"/>
                </a:lnTo>
                <a:lnTo>
                  <a:pt x="2084082" y="5638812"/>
                </a:lnTo>
                <a:lnTo>
                  <a:pt x="2082914" y="5588012"/>
                </a:lnTo>
                <a:lnTo>
                  <a:pt x="2082622" y="5549912"/>
                </a:lnTo>
                <a:lnTo>
                  <a:pt x="2082622" y="5524512"/>
                </a:lnTo>
                <a:lnTo>
                  <a:pt x="2082914" y="5486412"/>
                </a:lnTo>
                <a:lnTo>
                  <a:pt x="2084082" y="5435612"/>
                </a:lnTo>
                <a:lnTo>
                  <a:pt x="2086013" y="5384812"/>
                </a:lnTo>
                <a:lnTo>
                  <a:pt x="2088692" y="5334012"/>
                </a:lnTo>
                <a:lnTo>
                  <a:pt x="2092096" y="5283212"/>
                </a:lnTo>
                <a:lnTo>
                  <a:pt x="2096236" y="5232412"/>
                </a:lnTo>
                <a:lnTo>
                  <a:pt x="2101075" y="5181612"/>
                </a:lnTo>
                <a:lnTo>
                  <a:pt x="2106726" y="5130812"/>
                </a:lnTo>
                <a:lnTo>
                  <a:pt x="2113127" y="5080012"/>
                </a:lnTo>
                <a:lnTo>
                  <a:pt x="2120265" y="5029212"/>
                </a:lnTo>
                <a:lnTo>
                  <a:pt x="2128113" y="4978412"/>
                </a:lnTo>
                <a:lnTo>
                  <a:pt x="2136686" y="4927612"/>
                </a:lnTo>
                <a:lnTo>
                  <a:pt x="2145982" y="4876812"/>
                </a:lnTo>
                <a:lnTo>
                  <a:pt x="2155977" y="4826012"/>
                </a:lnTo>
                <a:lnTo>
                  <a:pt x="2166683" y="4775212"/>
                </a:lnTo>
                <a:lnTo>
                  <a:pt x="2178088" y="4724412"/>
                </a:lnTo>
                <a:lnTo>
                  <a:pt x="2190178" y="4673612"/>
                </a:lnTo>
                <a:lnTo>
                  <a:pt x="2202967" y="4635512"/>
                </a:lnTo>
                <a:lnTo>
                  <a:pt x="2216429" y="4584712"/>
                </a:lnTo>
                <a:lnTo>
                  <a:pt x="2230577" y="4533912"/>
                </a:lnTo>
                <a:lnTo>
                  <a:pt x="2245385" y="4483112"/>
                </a:lnTo>
                <a:lnTo>
                  <a:pt x="2260866" y="4432312"/>
                </a:lnTo>
                <a:lnTo>
                  <a:pt x="2277008" y="4394200"/>
                </a:lnTo>
                <a:lnTo>
                  <a:pt x="2293810" y="4343400"/>
                </a:lnTo>
                <a:lnTo>
                  <a:pt x="2311247" y="4292600"/>
                </a:lnTo>
                <a:lnTo>
                  <a:pt x="2329332" y="4254500"/>
                </a:lnTo>
                <a:lnTo>
                  <a:pt x="2348065" y="4203700"/>
                </a:lnTo>
                <a:lnTo>
                  <a:pt x="2367419" y="4165600"/>
                </a:lnTo>
                <a:lnTo>
                  <a:pt x="2387409" y="4114800"/>
                </a:lnTo>
                <a:lnTo>
                  <a:pt x="2408021" y="4076700"/>
                </a:lnTo>
                <a:lnTo>
                  <a:pt x="2429243" y="4025900"/>
                </a:lnTo>
                <a:lnTo>
                  <a:pt x="2451087" y="3987800"/>
                </a:lnTo>
                <a:lnTo>
                  <a:pt x="2473528" y="3937000"/>
                </a:lnTo>
                <a:lnTo>
                  <a:pt x="2496566" y="3898900"/>
                </a:lnTo>
                <a:lnTo>
                  <a:pt x="2520213" y="3848100"/>
                </a:lnTo>
                <a:lnTo>
                  <a:pt x="2544432" y="3810000"/>
                </a:lnTo>
                <a:lnTo>
                  <a:pt x="2569248" y="3771900"/>
                </a:lnTo>
                <a:lnTo>
                  <a:pt x="2594635" y="3721100"/>
                </a:lnTo>
                <a:lnTo>
                  <a:pt x="2620594" y="3683000"/>
                </a:lnTo>
                <a:lnTo>
                  <a:pt x="2647124" y="3644900"/>
                </a:lnTo>
                <a:lnTo>
                  <a:pt x="2674226" y="3606800"/>
                </a:lnTo>
                <a:lnTo>
                  <a:pt x="2701874" y="3568700"/>
                </a:lnTo>
                <a:lnTo>
                  <a:pt x="2730068" y="3517900"/>
                </a:lnTo>
                <a:lnTo>
                  <a:pt x="2758808" y="3479800"/>
                </a:lnTo>
                <a:lnTo>
                  <a:pt x="2788094" y="3441700"/>
                </a:lnTo>
                <a:lnTo>
                  <a:pt x="2817914" y="3403600"/>
                </a:lnTo>
                <a:lnTo>
                  <a:pt x="2848267" y="3365500"/>
                </a:lnTo>
                <a:lnTo>
                  <a:pt x="2879128" y="3327400"/>
                </a:lnTo>
                <a:lnTo>
                  <a:pt x="2910522" y="3289300"/>
                </a:lnTo>
                <a:lnTo>
                  <a:pt x="2942425" y="3251200"/>
                </a:lnTo>
                <a:lnTo>
                  <a:pt x="2974835" y="3225800"/>
                </a:lnTo>
                <a:lnTo>
                  <a:pt x="3007741" y="3187700"/>
                </a:lnTo>
                <a:lnTo>
                  <a:pt x="3041154" y="3149600"/>
                </a:lnTo>
                <a:lnTo>
                  <a:pt x="3075051" y="3111500"/>
                </a:lnTo>
                <a:lnTo>
                  <a:pt x="3109430" y="3073400"/>
                </a:lnTo>
                <a:lnTo>
                  <a:pt x="3144304" y="3048000"/>
                </a:lnTo>
                <a:lnTo>
                  <a:pt x="3179635" y="3009900"/>
                </a:lnTo>
                <a:lnTo>
                  <a:pt x="3215436" y="2984500"/>
                </a:lnTo>
                <a:lnTo>
                  <a:pt x="3251708" y="2946400"/>
                </a:lnTo>
                <a:lnTo>
                  <a:pt x="3288436" y="2921000"/>
                </a:lnTo>
                <a:lnTo>
                  <a:pt x="3325622" y="2882900"/>
                </a:lnTo>
                <a:lnTo>
                  <a:pt x="3363252" y="2857500"/>
                </a:lnTo>
                <a:lnTo>
                  <a:pt x="3401314" y="2819400"/>
                </a:lnTo>
                <a:lnTo>
                  <a:pt x="3478758" y="2768600"/>
                </a:lnTo>
                <a:lnTo>
                  <a:pt x="3518116" y="2730500"/>
                </a:lnTo>
                <a:lnTo>
                  <a:pt x="3557168" y="2717800"/>
                </a:lnTo>
                <a:lnTo>
                  <a:pt x="3597846" y="2705100"/>
                </a:lnTo>
                <a:lnTo>
                  <a:pt x="3638054" y="2705100"/>
                </a:lnTo>
                <a:lnTo>
                  <a:pt x="3675684" y="2717800"/>
                </a:lnTo>
                <a:lnTo>
                  <a:pt x="3708616" y="2743200"/>
                </a:lnTo>
                <a:lnTo>
                  <a:pt x="3751973" y="2806700"/>
                </a:lnTo>
                <a:lnTo>
                  <a:pt x="3758184" y="2857500"/>
                </a:lnTo>
                <a:lnTo>
                  <a:pt x="3758184" y="3263900"/>
                </a:lnTo>
                <a:lnTo>
                  <a:pt x="3743871" y="3327400"/>
                </a:lnTo>
                <a:lnTo>
                  <a:pt x="3704285" y="3378200"/>
                </a:lnTo>
                <a:lnTo>
                  <a:pt x="3666744" y="3403600"/>
                </a:lnTo>
                <a:lnTo>
                  <a:pt x="3629774" y="3441700"/>
                </a:lnTo>
                <a:lnTo>
                  <a:pt x="3593388" y="3479800"/>
                </a:lnTo>
                <a:lnTo>
                  <a:pt x="3557600" y="3505200"/>
                </a:lnTo>
                <a:lnTo>
                  <a:pt x="3522408" y="3543300"/>
                </a:lnTo>
                <a:lnTo>
                  <a:pt x="3487839" y="3581400"/>
                </a:lnTo>
                <a:lnTo>
                  <a:pt x="3453879" y="3619500"/>
                </a:lnTo>
                <a:lnTo>
                  <a:pt x="3420554" y="3657600"/>
                </a:lnTo>
                <a:lnTo>
                  <a:pt x="3387864" y="3695700"/>
                </a:lnTo>
                <a:lnTo>
                  <a:pt x="3355835" y="3733800"/>
                </a:lnTo>
                <a:lnTo>
                  <a:pt x="3324441" y="3771900"/>
                </a:lnTo>
                <a:lnTo>
                  <a:pt x="3293732" y="3810000"/>
                </a:lnTo>
                <a:lnTo>
                  <a:pt x="3263684" y="3848100"/>
                </a:lnTo>
                <a:lnTo>
                  <a:pt x="3234321" y="3886200"/>
                </a:lnTo>
                <a:lnTo>
                  <a:pt x="3205645" y="3924300"/>
                </a:lnTo>
                <a:lnTo>
                  <a:pt x="3177667" y="3962400"/>
                </a:lnTo>
                <a:lnTo>
                  <a:pt x="3150400" y="4013200"/>
                </a:lnTo>
                <a:lnTo>
                  <a:pt x="3123857" y="4051300"/>
                </a:lnTo>
                <a:lnTo>
                  <a:pt x="3098038" y="4089400"/>
                </a:lnTo>
                <a:lnTo>
                  <a:pt x="3072942" y="4140200"/>
                </a:lnTo>
                <a:lnTo>
                  <a:pt x="3048609" y="4178300"/>
                </a:lnTo>
                <a:lnTo>
                  <a:pt x="3025013" y="4229100"/>
                </a:lnTo>
                <a:lnTo>
                  <a:pt x="3002178" y="4267200"/>
                </a:lnTo>
                <a:lnTo>
                  <a:pt x="2980118" y="4318000"/>
                </a:lnTo>
                <a:lnTo>
                  <a:pt x="2958833" y="4356100"/>
                </a:lnTo>
                <a:lnTo>
                  <a:pt x="2938335" y="4406900"/>
                </a:lnTo>
                <a:lnTo>
                  <a:pt x="2918637" y="4457712"/>
                </a:lnTo>
                <a:lnTo>
                  <a:pt x="2899740" y="4495812"/>
                </a:lnTo>
                <a:lnTo>
                  <a:pt x="2881655" y="4546612"/>
                </a:lnTo>
                <a:lnTo>
                  <a:pt x="2864396" y="4597412"/>
                </a:lnTo>
                <a:lnTo>
                  <a:pt x="2847975" y="4648212"/>
                </a:lnTo>
                <a:lnTo>
                  <a:pt x="2832379" y="4686312"/>
                </a:lnTo>
                <a:lnTo>
                  <a:pt x="2817634" y="4737112"/>
                </a:lnTo>
                <a:lnTo>
                  <a:pt x="2803753" y="4787912"/>
                </a:lnTo>
                <a:lnTo>
                  <a:pt x="2790736" y="4838712"/>
                </a:lnTo>
                <a:lnTo>
                  <a:pt x="2778595" y="4889512"/>
                </a:lnTo>
                <a:lnTo>
                  <a:pt x="2767342" y="4940312"/>
                </a:lnTo>
                <a:lnTo>
                  <a:pt x="2756966" y="4991112"/>
                </a:lnTo>
                <a:lnTo>
                  <a:pt x="2747505" y="5041912"/>
                </a:lnTo>
                <a:lnTo>
                  <a:pt x="2741587" y="5067312"/>
                </a:lnTo>
                <a:lnTo>
                  <a:pt x="2736113" y="5105412"/>
                </a:lnTo>
                <a:lnTo>
                  <a:pt x="2731058" y="5143512"/>
                </a:lnTo>
                <a:lnTo>
                  <a:pt x="2726423" y="5181612"/>
                </a:lnTo>
                <a:lnTo>
                  <a:pt x="2723375" y="5207012"/>
                </a:lnTo>
                <a:lnTo>
                  <a:pt x="2720568" y="5219712"/>
                </a:lnTo>
                <a:lnTo>
                  <a:pt x="2715793" y="5270512"/>
                </a:lnTo>
                <a:lnTo>
                  <a:pt x="2711513" y="5321312"/>
                </a:lnTo>
                <a:lnTo>
                  <a:pt x="2708135" y="5384812"/>
                </a:lnTo>
                <a:lnTo>
                  <a:pt x="2705684" y="5435612"/>
                </a:lnTo>
                <a:lnTo>
                  <a:pt x="2704198" y="5486412"/>
                </a:lnTo>
                <a:lnTo>
                  <a:pt x="2703817" y="5524512"/>
                </a:lnTo>
                <a:lnTo>
                  <a:pt x="2703817" y="5549912"/>
                </a:lnTo>
                <a:lnTo>
                  <a:pt x="2704173" y="5588012"/>
                </a:lnTo>
                <a:lnTo>
                  <a:pt x="2705582" y="5638812"/>
                </a:lnTo>
                <a:lnTo>
                  <a:pt x="2707906" y="5689612"/>
                </a:lnTo>
                <a:lnTo>
                  <a:pt x="2711132" y="5740412"/>
                </a:lnTo>
                <a:lnTo>
                  <a:pt x="2715234" y="5791212"/>
                </a:lnTo>
                <a:lnTo>
                  <a:pt x="2720200" y="5842012"/>
                </a:lnTo>
                <a:lnTo>
                  <a:pt x="2726423" y="5892812"/>
                </a:lnTo>
                <a:lnTo>
                  <a:pt x="2733002" y="5943612"/>
                </a:lnTo>
                <a:lnTo>
                  <a:pt x="2740406" y="5994412"/>
                </a:lnTo>
                <a:lnTo>
                  <a:pt x="2748610" y="6045212"/>
                </a:lnTo>
                <a:lnTo>
                  <a:pt x="2757614" y="6083312"/>
                </a:lnTo>
                <a:lnTo>
                  <a:pt x="2767419" y="6134112"/>
                </a:lnTo>
                <a:lnTo>
                  <a:pt x="2778023" y="6184912"/>
                </a:lnTo>
                <a:lnTo>
                  <a:pt x="2789390" y="6235712"/>
                </a:lnTo>
                <a:lnTo>
                  <a:pt x="2801543" y="6273812"/>
                </a:lnTo>
                <a:lnTo>
                  <a:pt x="2814459" y="6324613"/>
                </a:lnTo>
                <a:lnTo>
                  <a:pt x="2828137" y="6362713"/>
                </a:lnTo>
                <a:lnTo>
                  <a:pt x="2842577" y="6413513"/>
                </a:lnTo>
                <a:lnTo>
                  <a:pt x="2857754" y="6464313"/>
                </a:lnTo>
                <a:lnTo>
                  <a:pt x="2873667" y="6502413"/>
                </a:lnTo>
                <a:lnTo>
                  <a:pt x="2890316" y="6553213"/>
                </a:lnTo>
                <a:lnTo>
                  <a:pt x="2907677" y="6591300"/>
                </a:lnTo>
                <a:lnTo>
                  <a:pt x="3721976" y="6591300"/>
                </a:lnTo>
                <a:lnTo>
                  <a:pt x="3709847" y="6578613"/>
                </a:lnTo>
                <a:lnTo>
                  <a:pt x="3686606" y="6540513"/>
                </a:lnTo>
                <a:lnTo>
                  <a:pt x="3664293" y="6489713"/>
                </a:lnTo>
                <a:lnTo>
                  <a:pt x="3642918" y="6451613"/>
                </a:lnTo>
                <a:lnTo>
                  <a:pt x="3622510" y="6400813"/>
                </a:lnTo>
                <a:lnTo>
                  <a:pt x="3603066" y="6362713"/>
                </a:lnTo>
                <a:lnTo>
                  <a:pt x="3584600" y="6311912"/>
                </a:lnTo>
                <a:lnTo>
                  <a:pt x="3567150" y="6273812"/>
                </a:lnTo>
                <a:lnTo>
                  <a:pt x="3550704" y="6223012"/>
                </a:lnTo>
                <a:lnTo>
                  <a:pt x="3535273" y="6184912"/>
                </a:lnTo>
                <a:lnTo>
                  <a:pt x="3520897" y="6134112"/>
                </a:lnTo>
                <a:lnTo>
                  <a:pt x="3507575" y="6083312"/>
                </a:lnTo>
                <a:lnTo>
                  <a:pt x="3495319" y="6045212"/>
                </a:lnTo>
                <a:lnTo>
                  <a:pt x="3484130" y="5994412"/>
                </a:lnTo>
                <a:lnTo>
                  <a:pt x="3474059" y="5943612"/>
                </a:lnTo>
                <a:lnTo>
                  <a:pt x="3465080" y="5892812"/>
                </a:lnTo>
                <a:lnTo>
                  <a:pt x="3457257" y="5842012"/>
                </a:lnTo>
                <a:lnTo>
                  <a:pt x="3450564" y="5803912"/>
                </a:lnTo>
                <a:lnTo>
                  <a:pt x="3445014" y="5753112"/>
                </a:lnTo>
                <a:lnTo>
                  <a:pt x="3440620" y="5702312"/>
                </a:lnTo>
                <a:lnTo>
                  <a:pt x="3437394" y="5651512"/>
                </a:lnTo>
                <a:lnTo>
                  <a:pt x="3435350" y="5600712"/>
                </a:lnTo>
                <a:lnTo>
                  <a:pt x="3434600" y="5549912"/>
                </a:lnTo>
                <a:lnTo>
                  <a:pt x="3434613" y="5524512"/>
                </a:lnTo>
                <a:lnTo>
                  <a:pt x="3434791" y="5499112"/>
                </a:lnTo>
                <a:lnTo>
                  <a:pt x="3435121" y="5486412"/>
                </a:lnTo>
                <a:lnTo>
                  <a:pt x="3435667" y="5473712"/>
                </a:lnTo>
                <a:lnTo>
                  <a:pt x="3437775" y="5422912"/>
                </a:lnTo>
                <a:lnTo>
                  <a:pt x="3441001" y="5372112"/>
                </a:lnTo>
                <a:lnTo>
                  <a:pt x="3445345" y="5321312"/>
                </a:lnTo>
                <a:lnTo>
                  <a:pt x="3450806" y="5270512"/>
                </a:lnTo>
                <a:lnTo>
                  <a:pt x="3457384" y="5219712"/>
                </a:lnTo>
                <a:lnTo>
                  <a:pt x="3465080" y="5181612"/>
                </a:lnTo>
                <a:lnTo>
                  <a:pt x="3474770" y="5130812"/>
                </a:lnTo>
                <a:lnTo>
                  <a:pt x="3485769" y="5067312"/>
                </a:lnTo>
                <a:lnTo>
                  <a:pt x="3498050" y="5016512"/>
                </a:lnTo>
                <a:lnTo>
                  <a:pt x="3511575" y="4965712"/>
                </a:lnTo>
                <a:lnTo>
                  <a:pt x="3526320" y="4914912"/>
                </a:lnTo>
                <a:lnTo>
                  <a:pt x="3542271" y="4876812"/>
                </a:lnTo>
                <a:lnTo>
                  <a:pt x="3559378" y="4826012"/>
                </a:lnTo>
                <a:lnTo>
                  <a:pt x="3576917" y="4775212"/>
                </a:lnTo>
                <a:lnTo>
                  <a:pt x="3595522" y="4724412"/>
                </a:lnTo>
                <a:lnTo>
                  <a:pt x="3615194" y="4686312"/>
                </a:lnTo>
                <a:lnTo>
                  <a:pt x="3635895" y="4635512"/>
                </a:lnTo>
                <a:lnTo>
                  <a:pt x="3657625" y="4597412"/>
                </a:lnTo>
                <a:lnTo>
                  <a:pt x="3680358" y="4546612"/>
                </a:lnTo>
                <a:lnTo>
                  <a:pt x="3704082" y="4508512"/>
                </a:lnTo>
                <a:lnTo>
                  <a:pt x="3728796" y="4457712"/>
                </a:lnTo>
                <a:lnTo>
                  <a:pt x="3754463" y="4419600"/>
                </a:lnTo>
                <a:lnTo>
                  <a:pt x="3781082" y="4381500"/>
                </a:lnTo>
                <a:lnTo>
                  <a:pt x="3808641" y="4343400"/>
                </a:lnTo>
                <a:lnTo>
                  <a:pt x="3837114" y="4305300"/>
                </a:lnTo>
                <a:lnTo>
                  <a:pt x="3866489" y="4254500"/>
                </a:lnTo>
                <a:lnTo>
                  <a:pt x="3896753" y="4216400"/>
                </a:lnTo>
                <a:lnTo>
                  <a:pt x="3927881" y="4178300"/>
                </a:lnTo>
                <a:lnTo>
                  <a:pt x="3959872" y="4152900"/>
                </a:lnTo>
                <a:lnTo>
                  <a:pt x="3992702" y="4114800"/>
                </a:lnTo>
                <a:lnTo>
                  <a:pt x="4026370" y="4076700"/>
                </a:lnTo>
                <a:lnTo>
                  <a:pt x="4060837" y="4038600"/>
                </a:lnTo>
                <a:lnTo>
                  <a:pt x="4096105" y="4000500"/>
                </a:lnTo>
                <a:lnTo>
                  <a:pt x="4132161" y="3975100"/>
                </a:lnTo>
                <a:lnTo>
                  <a:pt x="4168978" y="3937000"/>
                </a:lnTo>
                <a:lnTo>
                  <a:pt x="4206544" y="3911600"/>
                </a:lnTo>
                <a:lnTo>
                  <a:pt x="4244848" y="3873500"/>
                </a:lnTo>
                <a:lnTo>
                  <a:pt x="4283875" y="3848100"/>
                </a:lnTo>
                <a:lnTo>
                  <a:pt x="4323600" y="3822700"/>
                </a:lnTo>
                <a:lnTo>
                  <a:pt x="4364025" y="3797300"/>
                </a:lnTo>
                <a:lnTo>
                  <a:pt x="4405122" y="3759200"/>
                </a:lnTo>
                <a:lnTo>
                  <a:pt x="4434865" y="3746500"/>
                </a:lnTo>
                <a:lnTo>
                  <a:pt x="4457382" y="3708400"/>
                </a:lnTo>
                <a:lnTo>
                  <a:pt x="4471644" y="3670300"/>
                </a:lnTo>
                <a:lnTo>
                  <a:pt x="4476635" y="3632200"/>
                </a:lnTo>
                <a:lnTo>
                  <a:pt x="4476635" y="2705100"/>
                </a:lnTo>
                <a:lnTo>
                  <a:pt x="4476635" y="1701800"/>
                </a:lnTo>
                <a:close/>
              </a:path>
              <a:path w="7231380" h="6591300">
                <a:moveTo>
                  <a:pt x="7231266" y="266700"/>
                </a:moveTo>
                <a:lnTo>
                  <a:pt x="7208494" y="254000"/>
                </a:lnTo>
                <a:lnTo>
                  <a:pt x="6624129" y="101600"/>
                </a:lnTo>
                <a:lnTo>
                  <a:pt x="6574345" y="101600"/>
                </a:lnTo>
                <a:lnTo>
                  <a:pt x="6474295" y="76200"/>
                </a:lnTo>
                <a:lnTo>
                  <a:pt x="6424041" y="76200"/>
                </a:lnTo>
                <a:lnTo>
                  <a:pt x="6323089" y="50800"/>
                </a:lnTo>
                <a:lnTo>
                  <a:pt x="6272377" y="50800"/>
                </a:lnTo>
                <a:lnTo>
                  <a:pt x="6221539" y="38100"/>
                </a:lnTo>
                <a:lnTo>
                  <a:pt x="6170549" y="38100"/>
                </a:lnTo>
                <a:lnTo>
                  <a:pt x="6119419" y="25400"/>
                </a:lnTo>
                <a:lnTo>
                  <a:pt x="6016739" y="25400"/>
                </a:lnTo>
                <a:lnTo>
                  <a:pt x="5965202" y="12700"/>
                </a:lnTo>
                <a:lnTo>
                  <a:pt x="5806237" y="12700"/>
                </a:lnTo>
                <a:lnTo>
                  <a:pt x="5752376" y="0"/>
                </a:lnTo>
                <a:lnTo>
                  <a:pt x="5291760" y="0"/>
                </a:lnTo>
                <a:lnTo>
                  <a:pt x="5243334" y="12700"/>
                </a:lnTo>
                <a:lnTo>
                  <a:pt x="5097754" y="12700"/>
                </a:lnTo>
                <a:lnTo>
                  <a:pt x="5049278" y="25400"/>
                </a:lnTo>
                <a:lnTo>
                  <a:pt x="4952682" y="25400"/>
                </a:lnTo>
                <a:lnTo>
                  <a:pt x="4904575" y="38100"/>
                </a:lnTo>
                <a:lnTo>
                  <a:pt x="4856581" y="38100"/>
                </a:lnTo>
                <a:lnTo>
                  <a:pt x="4808715" y="50800"/>
                </a:lnTo>
                <a:lnTo>
                  <a:pt x="4760976" y="50800"/>
                </a:lnTo>
                <a:lnTo>
                  <a:pt x="4713376" y="63500"/>
                </a:lnTo>
                <a:lnTo>
                  <a:pt x="4665904" y="63500"/>
                </a:lnTo>
                <a:lnTo>
                  <a:pt x="4571352" y="88900"/>
                </a:lnTo>
                <a:lnTo>
                  <a:pt x="4524286" y="88900"/>
                </a:lnTo>
                <a:lnTo>
                  <a:pt x="4383913" y="127000"/>
                </a:lnTo>
                <a:lnTo>
                  <a:pt x="4337405" y="127000"/>
                </a:lnTo>
                <a:lnTo>
                  <a:pt x="3746792" y="292100"/>
                </a:lnTo>
                <a:lnTo>
                  <a:pt x="3702494" y="317500"/>
                </a:lnTo>
                <a:lnTo>
                  <a:pt x="3570643" y="355600"/>
                </a:lnTo>
                <a:lnTo>
                  <a:pt x="3527031" y="381000"/>
                </a:lnTo>
                <a:lnTo>
                  <a:pt x="3440366" y="406400"/>
                </a:lnTo>
                <a:lnTo>
                  <a:pt x="3397300" y="431800"/>
                </a:lnTo>
                <a:lnTo>
                  <a:pt x="3354425" y="444500"/>
                </a:lnTo>
                <a:lnTo>
                  <a:pt x="3311728" y="469900"/>
                </a:lnTo>
                <a:lnTo>
                  <a:pt x="3269221" y="482600"/>
                </a:lnTo>
                <a:lnTo>
                  <a:pt x="3226905" y="508000"/>
                </a:lnTo>
                <a:lnTo>
                  <a:pt x="3184779" y="520700"/>
                </a:lnTo>
                <a:lnTo>
                  <a:pt x="3142843" y="546100"/>
                </a:lnTo>
                <a:lnTo>
                  <a:pt x="3101111" y="558800"/>
                </a:lnTo>
                <a:lnTo>
                  <a:pt x="3018218" y="609600"/>
                </a:lnTo>
                <a:lnTo>
                  <a:pt x="2977070" y="622300"/>
                </a:lnTo>
                <a:lnTo>
                  <a:pt x="2854845" y="698500"/>
                </a:lnTo>
                <a:lnTo>
                  <a:pt x="2814510" y="711200"/>
                </a:lnTo>
                <a:lnTo>
                  <a:pt x="2616035" y="838200"/>
                </a:lnTo>
                <a:lnTo>
                  <a:pt x="2576982" y="850900"/>
                </a:lnTo>
                <a:lnTo>
                  <a:pt x="2422995" y="952500"/>
                </a:lnTo>
                <a:lnTo>
                  <a:pt x="2385060" y="990600"/>
                </a:lnTo>
                <a:lnTo>
                  <a:pt x="2309863" y="1041400"/>
                </a:lnTo>
                <a:lnTo>
                  <a:pt x="2162302" y="1143000"/>
                </a:lnTo>
                <a:lnTo>
                  <a:pt x="2125992" y="1181100"/>
                </a:lnTo>
                <a:lnTo>
                  <a:pt x="2018550" y="1257300"/>
                </a:lnTo>
                <a:lnTo>
                  <a:pt x="1983232" y="1295400"/>
                </a:lnTo>
                <a:lnTo>
                  <a:pt x="1913318" y="1346200"/>
                </a:lnTo>
                <a:lnTo>
                  <a:pt x="1878749" y="1384300"/>
                </a:lnTo>
                <a:lnTo>
                  <a:pt x="1844421" y="1409700"/>
                </a:lnTo>
                <a:lnTo>
                  <a:pt x="1810359" y="1447800"/>
                </a:lnTo>
                <a:lnTo>
                  <a:pt x="1742998" y="1498600"/>
                </a:lnTo>
                <a:lnTo>
                  <a:pt x="1709712" y="1536700"/>
                </a:lnTo>
                <a:lnTo>
                  <a:pt x="1676679" y="1562100"/>
                </a:lnTo>
                <a:lnTo>
                  <a:pt x="1611414" y="1638300"/>
                </a:lnTo>
                <a:lnTo>
                  <a:pt x="1579194" y="1663700"/>
                </a:lnTo>
                <a:lnTo>
                  <a:pt x="1547228" y="1701800"/>
                </a:lnTo>
                <a:lnTo>
                  <a:pt x="1515541" y="1727200"/>
                </a:lnTo>
                <a:lnTo>
                  <a:pt x="1484122" y="1765300"/>
                </a:lnTo>
                <a:lnTo>
                  <a:pt x="1452981" y="1803400"/>
                </a:lnTo>
                <a:lnTo>
                  <a:pt x="1422120" y="1828800"/>
                </a:lnTo>
                <a:lnTo>
                  <a:pt x="1391539" y="1866900"/>
                </a:lnTo>
                <a:lnTo>
                  <a:pt x="1361224" y="1905000"/>
                </a:lnTo>
                <a:lnTo>
                  <a:pt x="1331201" y="1930400"/>
                </a:lnTo>
                <a:lnTo>
                  <a:pt x="1301470" y="1968500"/>
                </a:lnTo>
                <a:lnTo>
                  <a:pt x="1272019" y="2006600"/>
                </a:lnTo>
                <a:lnTo>
                  <a:pt x="1242847" y="2044700"/>
                </a:lnTo>
                <a:lnTo>
                  <a:pt x="1213980" y="2082800"/>
                </a:lnTo>
                <a:lnTo>
                  <a:pt x="1185392" y="2108200"/>
                </a:lnTo>
                <a:lnTo>
                  <a:pt x="1157097" y="2146300"/>
                </a:lnTo>
                <a:lnTo>
                  <a:pt x="1129106" y="2184400"/>
                </a:lnTo>
                <a:lnTo>
                  <a:pt x="1101394" y="2222500"/>
                </a:lnTo>
                <a:lnTo>
                  <a:pt x="1074000" y="2260600"/>
                </a:lnTo>
                <a:lnTo>
                  <a:pt x="1046899" y="2298700"/>
                </a:lnTo>
                <a:lnTo>
                  <a:pt x="1020089" y="2336800"/>
                </a:lnTo>
                <a:lnTo>
                  <a:pt x="993597" y="2374900"/>
                </a:lnTo>
                <a:lnTo>
                  <a:pt x="967409" y="2413000"/>
                </a:lnTo>
                <a:lnTo>
                  <a:pt x="941514" y="2451100"/>
                </a:lnTo>
                <a:lnTo>
                  <a:pt x="915949" y="2489200"/>
                </a:lnTo>
                <a:lnTo>
                  <a:pt x="890676" y="2527300"/>
                </a:lnTo>
                <a:lnTo>
                  <a:pt x="865733" y="2565400"/>
                </a:lnTo>
                <a:lnTo>
                  <a:pt x="841095" y="2603500"/>
                </a:lnTo>
                <a:lnTo>
                  <a:pt x="816775" y="2641600"/>
                </a:lnTo>
                <a:lnTo>
                  <a:pt x="792772" y="2679700"/>
                </a:lnTo>
                <a:lnTo>
                  <a:pt x="769086" y="2717800"/>
                </a:lnTo>
                <a:lnTo>
                  <a:pt x="745718" y="2755900"/>
                </a:lnTo>
                <a:lnTo>
                  <a:pt x="722680" y="2794000"/>
                </a:lnTo>
                <a:lnTo>
                  <a:pt x="699973" y="2844800"/>
                </a:lnTo>
                <a:lnTo>
                  <a:pt x="677583" y="2882900"/>
                </a:lnTo>
                <a:lnTo>
                  <a:pt x="655523" y="2921000"/>
                </a:lnTo>
                <a:lnTo>
                  <a:pt x="633806" y="2959100"/>
                </a:lnTo>
                <a:lnTo>
                  <a:pt x="612406" y="2997200"/>
                </a:lnTo>
                <a:lnTo>
                  <a:pt x="591350" y="3048000"/>
                </a:lnTo>
                <a:lnTo>
                  <a:pt x="570623" y="3086100"/>
                </a:lnTo>
                <a:lnTo>
                  <a:pt x="550240" y="3124200"/>
                </a:lnTo>
                <a:lnTo>
                  <a:pt x="530186" y="3175000"/>
                </a:lnTo>
                <a:lnTo>
                  <a:pt x="510476" y="3213100"/>
                </a:lnTo>
                <a:lnTo>
                  <a:pt x="491121" y="3251200"/>
                </a:lnTo>
                <a:lnTo>
                  <a:pt x="472097" y="3302000"/>
                </a:lnTo>
                <a:lnTo>
                  <a:pt x="453428" y="3340100"/>
                </a:lnTo>
                <a:lnTo>
                  <a:pt x="435102" y="3378200"/>
                </a:lnTo>
                <a:lnTo>
                  <a:pt x="417131" y="3429000"/>
                </a:lnTo>
                <a:lnTo>
                  <a:pt x="399516" y="3467100"/>
                </a:lnTo>
                <a:lnTo>
                  <a:pt x="382244" y="3505200"/>
                </a:lnTo>
                <a:lnTo>
                  <a:pt x="365340" y="3556000"/>
                </a:lnTo>
                <a:lnTo>
                  <a:pt x="348780" y="3594100"/>
                </a:lnTo>
                <a:lnTo>
                  <a:pt x="332587" y="3644900"/>
                </a:lnTo>
                <a:lnTo>
                  <a:pt x="316763" y="3683000"/>
                </a:lnTo>
                <a:lnTo>
                  <a:pt x="301282" y="3733800"/>
                </a:lnTo>
                <a:lnTo>
                  <a:pt x="286181" y="3771900"/>
                </a:lnTo>
                <a:lnTo>
                  <a:pt x="271437" y="3822700"/>
                </a:lnTo>
                <a:lnTo>
                  <a:pt x="257073" y="3860800"/>
                </a:lnTo>
                <a:lnTo>
                  <a:pt x="243065" y="3911600"/>
                </a:lnTo>
                <a:lnTo>
                  <a:pt x="229438" y="3949700"/>
                </a:lnTo>
                <a:lnTo>
                  <a:pt x="216179" y="4000500"/>
                </a:lnTo>
                <a:lnTo>
                  <a:pt x="203301" y="4051300"/>
                </a:lnTo>
                <a:lnTo>
                  <a:pt x="190804" y="4089400"/>
                </a:lnTo>
                <a:lnTo>
                  <a:pt x="178676" y="4140200"/>
                </a:lnTo>
                <a:lnTo>
                  <a:pt x="166928" y="4178300"/>
                </a:lnTo>
                <a:lnTo>
                  <a:pt x="155575" y="4229100"/>
                </a:lnTo>
                <a:lnTo>
                  <a:pt x="144602" y="4279900"/>
                </a:lnTo>
                <a:lnTo>
                  <a:pt x="134010" y="4318000"/>
                </a:lnTo>
                <a:lnTo>
                  <a:pt x="123799" y="4368800"/>
                </a:lnTo>
                <a:lnTo>
                  <a:pt x="113995" y="4419600"/>
                </a:lnTo>
                <a:lnTo>
                  <a:pt x="104571" y="4457700"/>
                </a:lnTo>
                <a:lnTo>
                  <a:pt x="95542" y="4508500"/>
                </a:lnTo>
                <a:lnTo>
                  <a:pt x="86906" y="4559300"/>
                </a:lnTo>
                <a:lnTo>
                  <a:pt x="78676" y="4597400"/>
                </a:lnTo>
                <a:lnTo>
                  <a:pt x="70840" y="4648200"/>
                </a:lnTo>
                <a:lnTo>
                  <a:pt x="63398" y="4699000"/>
                </a:lnTo>
                <a:lnTo>
                  <a:pt x="56362" y="4749800"/>
                </a:lnTo>
                <a:lnTo>
                  <a:pt x="49733" y="4787900"/>
                </a:lnTo>
                <a:lnTo>
                  <a:pt x="43510" y="4838700"/>
                </a:lnTo>
                <a:lnTo>
                  <a:pt x="37693" y="4889500"/>
                </a:lnTo>
                <a:lnTo>
                  <a:pt x="32283" y="4940300"/>
                </a:lnTo>
                <a:lnTo>
                  <a:pt x="27292" y="4978400"/>
                </a:lnTo>
                <a:lnTo>
                  <a:pt x="22707" y="5029200"/>
                </a:lnTo>
                <a:lnTo>
                  <a:pt x="18529" y="5080000"/>
                </a:lnTo>
                <a:lnTo>
                  <a:pt x="14782" y="5130800"/>
                </a:lnTo>
                <a:lnTo>
                  <a:pt x="11455" y="5181600"/>
                </a:lnTo>
                <a:lnTo>
                  <a:pt x="8432" y="5232400"/>
                </a:lnTo>
                <a:lnTo>
                  <a:pt x="5867" y="5283200"/>
                </a:lnTo>
                <a:lnTo>
                  <a:pt x="3771" y="5334000"/>
                </a:lnTo>
                <a:lnTo>
                  <a:pt x="2120" y="5384800"/>
                </a:lnTo>
                <a:lnTo>
                  <a:pt x="939" y="5435600"/>
                </a:lnTo>
                <a:lnTo>
                  <a:pt x="228" y="5486400"/>
                </a:lnTo>
                <a:lnTo>
                  <a:pt x="0" y="5537200"/>
                </a:lnTo>
                <a:lnTo>
                  <a:pt x="228" y="5588000"/>
                </a:lnTo>
                <a:lnTo>
                  <a:pt x="939" y="5638800"/>
                </a:lnTo>
                <a:lnTo>
                  <a:pt x="2120" y="5689600"/>
                </a:lnTo>
                <a:lnTo>
                  <a:pt x="3771" y="5740400"/>
                </a:lnTo>
                <a:lnTo>
                  <a:pt x="5867" y="5791200"/>
                </a:lnTo>
                <a:lnTo>
                  <a:pt x="8432" y="5842000"/>
                </a:lnTo>
                <a:lnTo>
                  <a:pt x="11455" y="5892800"/>
                </a:lnTo>
                <a:lnTo>
                  <a:pt x="14859" y="5943600"/>
                </a:lnTo>
                <a:lnTo>
                  <a:pt x="18707" y="5994400"/>
                </a:lnTo>
                <a:lnTo>
                  <a:pt x="22974" y="6045200"/>
                </a:lnTo>
                <a:lnTo>
                  <a:pt x="27686" y="6096000"/>
                </a:lnTo>
                <a:lnTo>
                  <a:pt x="32829" y="6146800"/>
                </a:lnTo>
                <a:lnTo>
                  <a:pt x="38404" y="6197600"/>
                </a:lnTo>
                <a:lnTo>
                  <a:pt x="44399" y="6235700"/>
                </a:lnTo>
                <a:lnTo>
                  <a:pt x="50812" y="6286500"/>
                </a:lnTo>
                <a:lnTo>
                  <a:pt x="57658" y="6337300"/>
                </a:lnTo>
                <a:lnTo>
                  <a:pt x="64909" y="6388100"/>
                </a:lnTo>
                <a:lnTo>
                  <a:pt x="72593" y="6438900"/>
                </a:lnTo>
                <a:lnTo>
                  <a:pt x="80695" y="6489700"/>
                </a:lnTo>
                <a:lnTo>
                  <a:pt x="89204" y="6527800"/>
                </a:lnTo>
                <a:lnTo>
                  <a:pt x="98132" y="6578600"/>
                </a:lnTo>
                <a:lnTo>
                  <a:pt x="101688" y="6591300"/>
                </a:lnTo>
                <a:lnTo>
                  <a:pt x="833894" y="6591300"/>
                </a:lnTo>
                <a:lnTo>
                  <a:pt x="823353" y="6540500"/>
                </a:lnTo>
                <a:lnTo>
                  <a:pt x="813295" y="6489700"/>
                </a:lnTo>
                <a:lnTo>
                  <a:pt x="803732" y="6438900"/>
                </a:lnTo>
                <a:lnTo>
                  <a:pt x="794664" y="6388100"/>
                </a:lnTo>
                <a:lnTo>
                  <a:pt x="786091" y="6350000"/>
                </a:lnTo>
                <a:lnTo>
                  <a:pt x="778014" y="6299200"/>
                </a:lnTo>
                <a:lnTo>
                  <a:pt x="770445" y="6248400"/>
                </a:lnTo>
                <a:lnTo>
                  <a:pt x="763371" y="6197600"/>
                </a:lnTo>
                <a:lnTo>
                  <a:pt x="756805" y="6146800"/>
                </a:lnTo>
                <a:lnTo>
                  <a:pt x="750747" y="6096000"/>
                </a:lnTo>
                <a:lnTo>
                  <a:pt x="745197" y="6045200"/>
                </a:lnTo>
                <a:lnTo>
                  <a:pt x="740168" y="5994400"/>
                </a:lnTo>
                <a:lnTo>
                  <a:pt x="735647" y="5943600"/>
                </a:lnTo>
                <a:lnTo>
                  <a:pt x="731647" y="5892800"/>
                </a:lnTo>
                <a:lnTo>
                  <a:pt x="728167" y="5842000"/>
                </a:lnTo>
                <a:lnTo>
                  <a:pt x="725220" y="5791200"/>
                </a:lnTo>
                <a:lnTo>
                  <a:pt x="722795" y="5740400"/>
                </a:lnTo>
                <a:lnTo>
                  <a:pt x="720902" y="5689600"/>
                </a:lnTo>
                <a:lnTo>
                  <a:pt x="719556" y="5638800"/>
                </a:lnTo>
                <a:lnTo>
                  <a:pt x="718731" y="5588000"/>
                </a:lnTo>
                <a:lnTo>
                  <a:pt x="718464" y="5537200"/>
                </a:lnTo>
                <a:lnTo>
                  <a:pt x="718731" y="5486400"/>
                </a:lnTo>
                <a:lnTo>
                  <a:pt x="719556" y="5435600"/>
                </a:lnTo>
                <a:lnTo>
                  <a:pt x="720902" y="5384800"/>
                </a:lnTo>
                <a:lnTo>
                  <a:pt x="722795" y="5334000"/>
                </a:lnTo>
                <a:lnTo>
                  <a:pt x="725220" y="5283200"/>
                </a:lnTo>
                <a:lnTo>
                  <a:pt x="728167" y="5232400"/>
                </a:lnTo>
                <a:lnTo>
                  <a:pt x="731647" y="5181600"/>
                </a:lnTo>
                <a:lnTo>
                  <a:pt x="735469" y="5130800"/>
                </a:lnTo>
                <a:lnTo>
                  <a:pt x="739775" y="5080000"/>
                </a:lnTo>
                <a:lnTo>
                  <a:pt x="744550" y="5029200"/>
                </a:lnTo>
                <a:lnTo>
                  <a:pt x="749795" y="4978400"/>
                </a:lnTo>
                <a:lnTo>
                  <a:pt x="755510" y="4940300"/>
                </a:lnTo>
                <a:lnTo>
                  <a:pt x="761695" y="4889500"/>
                </a:lnTo>
                <a:lnTo>
                  <a:pt x="768350" y="4838700"/>
                </a:lnTo>
                <a:lnTo>
                  <a:pt x="775474" y="4787900"/>
                </a:lnTo>
                <a:lnTo>
                  <a:pt x="783043" y="4749800"/>
                </a:lnTo>
                <a:lnTo>
                  <a:pt x="791083" y="4699000"/>
                </a:lnTo>
                <a:lnTo>
                  <a:pt x="799579" y="4648200"/>
                </a:lnTo>
                <a:lnTo>
                  <a:pt x="808532" y="4610100"/>
                </a:lnTo>
                <a:lnTo>
                  <a:pt x="817930" y="4559300"/>
                </a:lnTo>
                <a:lnTo>
                  <a:pt x="827773" y="4508500"/>
                </a:lnTo>
                <a:lnTo>
                  <a:pt x="838073" y="4470400"/>
                </a:lnTo>
                <a:lnTo>
                  <a:pt x="848817" y="4419600"/>
                </a:lnTo>
                <a:lnTo>
                  <a:pt x="860005" y="4368800"/>
                </a:lnTo>
                <a:lnTo>
                  <a:pt x="871626" y="4330700"/>
                </a:lnTo>
                <a:lnTo>
                  <a:pt x="883691" y="4279900"/>
                </a:lnTo>
                <a:lnTo>
                  <a:pt x="896188" y="4241800"/>
                </a:lnTo>
                <a:lnTo>
                  <a:pt x="909116" y="4191000"/>
                </a:lnTo>
                <a:lnTo>
                  <a:pt x="922477" y="4140200"/>
                </a:lnTo>
                <a:lnTo>
                  <a:pt x="936256" y="4102100"/>
                </a:lnTo>
                <a:lnTo>
                  <a:pt x="950480" y="4051300"/>
                </a:lnTo>
                <a:lnTo>
                  <a:pt x="965111" y="4013200"/>
                </a:lnTo>
                <a:lnTo>
                  <a:pt x="980173" y="3962400"/>
                </a:lnTo>
                <a:lnTo>
                  <a:pt x="995654" y="3924300"/>
                </a:lnTo>
                <a:lnTo>
                  <a:pt x="1011542" y="3873500"/>
                </a:lnTo>
                <a:lnTo>
                  <a:pt x="1027849" y="3835400"/>
                </a:lnTo>
                <a:lnTo>
                  <a:pt x="1044575" y="3784600"/>
                </a:lnTo>
                <a:lnTo>
                  <a:pt x="1061694" y="3746500"/>
                </a:lnTo>
                <a:lnTo>
                  <a:pt x="1079233" y="3708400"/>
                </a:lnTo>
                <a:lnTo>
                  <a:pt x="1097178" y="3657600"/>
                </a:lnTo>
                <a:lnTo>
                  <a:pt x="1115517" y="3619500"/>
                </a:lnTo>
                <a:lnTo>
                  <a:pt x="1134262" y="3581400"/>
                </a:lnTo>
                <a:lnTo>
                  <a:pt x="1153401" y="3530600"/>
                </a:lnTo>
                <a:lnTo>
                  <a:pt x="1172933" y="3492500"/>
                </a:lnTo>
                <a:lnTo>
                  <a:pt x="1192860" y="3454400"/>
                </a:lnTo>
                <a:lnTo>
                  <a:pt x="1213180" y="3403600"/>
                </a:lnTo>
                <a:lnTo>
                  <a:pt x="1233893" y="3365500"/>
                </a:lnTo>
                <a:lnTo>
                  <a:pt x="1254975" y="3327400"/>
                </a:lnTo>
                <a:lnTo>
                  <a:pt x="1276451" y="3289300"/>
                </a:lnTo>
                <a:lnTo>
                  <a:pt x="1298308" y="3238500"/>
                </a:lnTo>
                <a:lnTo>
                  <a:pt x="1320546" y="3200400"/>
                </a:lnTo>
                <a:lnTo>
                  <a:pt x="1343152" y="3162300"/>
                </a:lnTo>
                <a:lnTo>
                  <a:pt x="1366139" y="3124200"/>
                </a:lnTo>
                <a:lnTo>
                  <a:pt x="1389494" y="3086100"/>
                </a:lnTo>
                <a:lnTo>
                  <a:pt x="1413217" y="3048000"/>
                </a:lnTo>
                <a:lnTo>
                  <a:pt x="1437309" y="3009900"/>
                </a:lnTo>
                <a:lnTo>
                  <a:pt x="1461770" y="2959100"/>
                </a:lnTo>
                <a:lnTo>
                  <a:pt x="1486585" y="2921000"/>
                </a:lnTo>
                <a:lnTo>
                  <a:pt x="1511769" y="2882900"/>
                </a:lnTo>
                <a:lnTo>
                  <a:pt x="1537296" y="2844800"/>
                </a:lnTo>
                <a:lnTo>
                  <a:pt x="1563192" y="2806700"/>
                </a:lnTo>
                <a:lnTo>
                  <a:pt x="1589430" y="2768600"/>
                </a:lnTo>
                <a:lnTo>
                  <a:pt x="1616024" y="2730500"/>
                </a:lnTo>
                <a:lnTo>
                  <a:pt x="1642960" y="2692400"/>
                </a:lnTo>
                <a:lnTo>
                  <a:pt x="1670253" y="2667000"/>
                </a:lnTo>
                <a:lnTo>
                  <a:pt x="1697875" y="2628900"/>
                </a:lnTo>
                <a:lnTo>
                  <a:pt x="1725853" y="2590800"/>
                </a:lnTo>
                <a:lnTo>
                  <a:pt x="1754162" y="2552700"/>
                </a:lnTo>
                <a:lnTo>
                  <a:pt x="1782800" y="2514600"/>
                </a:lnTo>
                <a:lnTo>
                  <a:pt x="1811782" y="2476500"/>
                </a:lnTo>
                <a:lnTo>
                  <a:pt x="1841093" y="2451100"/>
                </a:lnTo>
                <a:lnTo>
                  <a:pt x="1870722" y="2413000"/>
                </a:lnTo>
                <a:lnTo>
                  <a:pt x="1900694" y="2374900"/>
                </a:lnTo>
                <a:lnTo>
                  <a:pt x="1930984" y="2336800"/>
                </a:lnTo>
                <a:lnTo>
                  <a:pt x="1961591" y="2311400"/>
                </a:lnTo>
                <a:lnTo>
                  <a:pt x="1992515" y="2273300"/>
                </a:lnTo>
                <a:lnTo>
                  <a:pt x="2023770" y="2235200"/>
                </a:lnTo>
                <a:lnTo>
                  <a:pt x="2055329" y="2209800"/>
                </a:lnTo>
                <a:lnTo>
                  <a:pt x="2087206" y="2171700"/>
                </a:lnTo>
                <a:lnTo>
                  <a:pt x="2119388" y="2146300"/>
                </a:lnTo>
                <a:lnTo>
                  <a:pt x="2151875" y="2108200"/>
                </a:lnTo>
                <a:lnTo>
                  <a:pt x="2184679" y="2070100"/>
                </a:lnTo>
                <a:lnTo>
                  <a:pt x="2217775" y="2044700"/>
                </a:lnTo>
                <a:lnTo>
                  <a:pt x="2251176" y="2006600"/>
                </a:lnTo>
                <a:lnTo>
                  <a:pt x="2318867" y="1955800"/>
                </a:lnTo>
                <a:lnTo>
                  <a:pt x="2353157" y="1917700"/>
                </a:lnTo>
                <a:lnTo>
                  <a:pt x="2387739" y="1892300"/>
                </a:lnTo>
                <a:lnTo>
                  <a:pt x="2422601" y="1854200"/>
                </a:lnTo>
                <a:lnTo>
                  <a:pt x="2528913" y="1778000"/>
                </a:lnTo>
                <a:lnTo>
                  <a:pt x="2564917" y="1739900"/>
                </a:lnTo>
                <a:lnTo>
                  <a:pt x="2674569" y="1663700"/>
                </a:lnTo>
                <a:lnTo>
                  <a:pt x="2749016" y="1612900"/>
                </a:lnTo>
                <a:lnTo>
                  <a:pt x="2786646" y="1574800"/>
                </a:lnTo>
                <a:lnTo>
                  <a:pt x="2939745" y="1473200"/>
                </a:lnTo>
                <a:lnTo>
                  <a:pt x="2978658" y="1447800"/>
                </a:lnTo>
                <a:lnTo>
                  <a:pt x="3017824" y="1435100"/>
                </a:lnTo>
                <a:lnTo>
                  <a:pt x="3217329" y="1308100"/>
                </a:lnTo>
                <a:lnTo>
                  <a:pt x="3257956" y="1295400"/>
                </a:lnTo>
                <a:lnTo>
                  <a:pt x="3339896" y="1244600"/>
                </a:lnTo>
                <a:lnTo>
                  <a:pt x="3381222" y="1231900"/>
                </a:lnTo>
                <a:lnTo>
                  <a:pt x="3464534" y="1181100"/>
                </a:lnTo>
                <a:lnTo>
                  <a:pt x="3506520" y="1168400"/>
                </a:lnTo>
                <a:lnTo>
                  <a:pt x="3548735" y="1143000"/>
                </a:lnTo>
                <a:lnTo>
                  <a:pt x="3591166" y="1130300"/>
                </a:lnTo>
                <a:lnTo>
                  <a:pt x="3633813" y="1104900"/>
                </a:lnTo>
                <a:lnTo>
                  <a:pt x="3719741" y="1079500"/>
                </a:lnTo>
                <a:lnTo>
                  <a:pt x="3763010" y="1054100"/>
                </a:lnTo>
                <a:lnTo>
                  <a:pt x="3850182" y="1028700"/>
                </a:lnTo>
                <a:lnTo>
                  <a:pt x="3894074" y="1003300"/>
                </a:lnTo>
                <a:lnTo>
                  <a:pt x="4026928" y="965200"/>
                </a:lnTo>
                <a:lnTo>
                  <a:pt x="4071594" y="939800"/>
                </a:lnTo>
                <a:lnTo>
                  <a:pt x="4389450" y="850900"/>
                </a:lnTo>
                <a:lnTo>
                  <a:pt x="4435576" y="850900"/>
                </a:lnTo>
                <a:lnTo>
                  <a:pt x="4621733" y="800100"/>
                </a:lnTo>
                <a:lnTo>
                  <a:pt x="4668685" y="800100"/>
                </a:lnTo>
                <a:lnTo>
                  <a:pt x="4763046" y="774700"/>
                </a:lnTo>
                <a:lnTo>
                  <a:pt x="4810468" y="774700"/>
                </a:lnTo>
                <a:lnTo>
                  <a:pt x="4858029" y="762000"/>
                </a:lnTo>
                <a:lnTo>
                  <a:pt x="4905756" y="762000"/>
                </a:lnTo>
                <a:lnTo>
                  <a:pt x="4953622" y="749300"/>
                </a:lnTo>
                <a:lnTo>
                  <a:pt x="5049774" y="749300"/>
                </a:lnTo>
                <a:lnTo>
                  <a:pt x="5098072" y="736600"/>
                </a:lnTo>
                <a:lnTo>
                  <a:pt x="5195062" y="736600"/>
                </a:lnTo>
                <a:lnTo>
                  <a:pt x="5243309" y="723900"/>
                </a:lnTo>
                <a:lnTo>
                  <a:pt x="5859970" y="723900"/>
                </a:lnTo>
                <a:lnTo>
                  <a:pt x="5913526" y="736600"/>
                </a:lnTo>
                <a:lnTo>
                  <a:pt x="6016625" y="736600"/>
                </a:lnTo>
                <a:lnTo>
                  <a:pt x="6067933" y="749300"/>
                </a:lnTo>
                <a:lnTo>
                  <a:pt x="6119076" y="749300"/>
                </a:lnTo>
                <a:lnTo>
                  <a:pt x="6170066" y="762000"/>
                </a:lnTo>
                <a:lnTo>
                  <a:pt x="6220879" y="762000"/>
                </a:lnTo>
                <a:lnTo>
                  <a:pt x="6322009" y="787400"/>
                </a:lnTo>
                <a:lnTo>
                  <a:pt x="6372314" y="787400"/>
                </a:lnTo>
                <a:lnTo>
                  <a:pt x="6522136" y="825500"/>
                </a:lnTo>
                <a:lnTo>
                  <a:pt x="6571716" y="825500"/>
                </a:lnTo>
                <a:lnTo>
                  <a:pt x="6913258" y="914400"/>
                </a:lnTo>
                <a:lnTo>
                  <a:pt x="6961238" y="939800"/>
                </a:lnTo>
                <a:lnTo>
                  <a:pt x="7150989" y="990600"/>
                </a:lnTo>
                <a:lnTo>
                  <a:pt x="7197865" y="1016000"/>
                </a:lnTo>
                <a:lnTo>
                  <a:pt x="7231266" y="1028700"/>
                </a:lnTo>
                <a:lnTo>
                  <a:pt x="7231266" y="723900"/>
                </a:lnTo>
                <a:lnTo>
                  <a:pt x="7231266" y="266700"/>
                </a:lnTo>
                <a:close/>
              </a:path>
              <a:path w="7231380" h="6591300">
                <a:moveTo>
                  <a:pt x="7231278" y="1714500"/>
                </a:moveTo>
                <a:lnTo>
                  <a:pt x="7151662" y="1680006"/>
                </a:lnTo>
                <a:lnTo>
                  <a:pt x="7105129" y="1660779"/>
                </a:lnTo>
                <a:lnTo>
                  <a:pt x="7058317" y="1642110"/>
                </a:lnTo>
                <a:lnTo>
                  <a:pt x="7011225" y="1623987"/>
                </a:lnTo>
                <a:lnTo>
                  <a:pt x="6963867" y="1606410"/>
                </a:lnTo>
                <a:lnTo>
                  <a:pt x="6916229" y="1589405"/>
                </a:lnTo>
                <a:lnTo>
                  <a:pt x="6868338" y="1572945"/>
                </a:lnTo>
                <a:lnTo>
                  <a:pt x="6820179" y="1557070"/>
                </a:lnTo>
                <a:lnTo>
                  <a:pt x="6771767" y="1541754"/>
                </a:lnTo>
                <a:lnTo>
                  <a:pt x="6723100" y="1527022"/>
                </a:lnTo>
                <a:lnTo>
                  <a:pt x="6674180" y="1512862"/>
                </a:lnTo>
                <a:lnTo>
                  <a:pt x="6625031" y="1499285"/>
                </a:lnTo>
                <a:lnTo>
                  <a:pt x="6575628" y="1486293"/>
                </a:lnTo>
                <a:lnTo>
                  <a:pt x="6525996" y="1473885"/>
                </a:lnTo>
                <a:lnTo>
                  <a:pt x="6476124" y="1462087"/>
                </a:lnTo>
                <a:lnTo>
                  <a:pt x="6426022" y="1450873"/>
                </a:lnTo>
                <a:lnTo>
                  <a:pt x="6375705" y="1440268"/>
                </a:lnTo>
                <a:lnTo>
                  <a:pt x="6325159" y="1430274"/>
                </a:lnTo>
                <a:lnTo>
                  <a:pt x="6274397" y="1420876"/>
                </a:lnTo>
                <a:lnTo>
                  <a:pt x="6223419" y="1412113"/>
                </a:lnTo>
                <a:lnTo>
                  <a:pt x="6172238" y="1403946"/>
                </a:lnTo>
                <a:lnTo>
                  <a:pt x="6120854" y="1396415"/>
                </a:lnTo>
                <a:lnTo>
                  <a:pt x="6069266" y="1389507"/>
                </a:lnTo>
                <a:lnTo>
                  <a:pt x="6017476" y="1383233"/>
                </a:lnTo>
                <a:lnTo>
                  <a:pt x="5965495" y="1377594"/>
                </a:lnTo>
                <a:lnTo>
                  <a:pt x="5913336" y="1372590"/>
                </a:lnTo>
                <a:lnTo>
                  <a:pt x="5859970" y="1368120"/>
                </a:lnTo>
                <a:lnTo>
                  <a:pt x="5806376" y="1364335"/>
                </a:lnTo>
                <a:lnTo>
                  <a:pt x="5752592" y="1361249"/>
                </a:lnTo>
                <a:lnTo>
                  <a:pt x="5698617" y="1358836"/>
                </a:lnTo>
                <a:lnTo>
                  <a:pt x="5644477" y="1357122"/>
                </a:lnTo>
                <a:lnTo>
                  <a:pt x="5590210" y="1356080"/>
                </a:lnTo>
                <a:lnTo>
                  <a:pt x="5535815" y="1355737"/>
                </a:lnTo>
                <a:lnTo>
                  <a:pt x="5485663" y="1356042"/>
                </a:lnTo>
                <a:lnTo>
                  <a:pt x="5435689" y="1356931"/>
                </a:lnTo>
                <a:lnTo>
                  <a:pt x="5336210" y="1360246"/>
                </a:lnTo>
                <a:lnTo>
                  <a:pt x="5291010" y="1369771"/>
                </a:lnTo>
                <a:lnTo>
                  <a:pt x="5252148" y="1392008"/>
                </a:lnTo>
                <a:lnTo>
                  <a:pt x="5221757" y="1424546"/>
                </a:lnTo>
                <a:lnTo>
                  <a:pt x="5201945" y="1464970"/>
                </a:lnTo>
                <a:lnTo>
                  <a:pt x="5194871" y="1510830"/>
                </a:lnTo>
                <a:lnTo>
                  <a:pt x="5194871" y="3287103"/>
                </a:lnTo>
                <a:lnTo>
                  <a:pt x="5203355" y="3337166"/>
                </a:lnTo>
                <a:lnTo>
                  <a:pt x="5226824" y="3379863"/>
                </a:lnTo>
                <a:lnTo>
                  <a:pt x="5262321" y="3412464"/>
                </a:lnTo>
                <a:lnTo>
                  <a:pt x="5306873" y="3432276"/>
                </a:lnTo>
                <a:lnTo>
                  <a:pt x="5357520" y="3436569"/>
                </a:lnTo>
                <a:lnTo>
                  <a:pt x="5401615" y="3433267"/>
                </a:lnTo>
                <a:lnTo>
                  <a:pt x="5446039" y="3430905"/>
                </a:lnTo>
                <a:lnTo>
                  <a:pt x="5490769" y="3429482"/>
                </a:lnTo>
                <a:lnTo>
                  <a:pt x="5535815" y="3429000"/>
                </a:lnTo>
                <a:lnTo>
                  <a:pt x="5590845" y="3429711"/>
                </a:lnTo>
                <a:lnTo>
                  <a:pt x="5645531" y="3431806"/>
                </a:lnTo>
                <a:lnTo>
                  <a:pt x="5699874" y="3435273"/>
                </a:lnTo>
                <a:lnTo>
                  <a:pt x="5753836" y="3440112"/>
                </a:lnTo>
                <a:lnTo>
                  <a:pt x="5807405" y="3446297"/>
                </a:lnTo>
                <a:lnTo>
                  <a:pt x="5860580" y="3453803"/>
                </a:lnTo>
                <a:lnTo>
                  <a:pt x="5913336" y="3462629"/>
                </a:lnTo>
                <a:lnTo>
                  <a:pt x="5963666" y="3472484"/>
                </a:lnTo>
                <a:lnTo>
                  <a:pt x="6013551" y="3483508"/>
                </a:lnTo>
                <a:lnTo>
                  <a:pt x="6062992" y="3495687"/>
                </a:lnTo>
                <a:lnTo>
                  <a:pt x="6111964" y="3509010"/>
                </a:lnTo>
                <a:lnTo>
                  <a:pt x="6160452" y="3523462"/>
                </a:lnTo>
                <a:lnTo>
                  <a:pt x="6208446" y="3539032"/>
                </a:lnTo>
                <a:lnTo>
                  <a:pt x="6255931" y="3555708"/>
                </a:lnTo>
                <a:lnTo>
                  <a:pt x="6302883" y="3573462"/>
                </a:lnTo>
                <a:lnTo>
                  <a:pt x="6349289" y="3592296"/>
                </a:lnTo>
                <a:lnTo>
                  <a:pt x="6395136" y="3612197"/>
                </a:lnTo>
                <a:lnTo>
                  <a:pt x="6440424" y="3633139"/>
                </a:lnTo>
                <a:lnTo>
                  <a:pt x="6485102" y="3655123"/>
                </a:lnTo>
                <a:lnTo>
                  <a:pt x="6529184" y="3678136"/>
                </a:lnTo>
                <a:lnTo>
                  <a:pt x="6572656" y="3702151"/>
                </a:lnTo>
                <a:lnTo>
                  <a:pt x="6614477" y="3726573"/>
                </a:lnTo>
                <a:lnTo>
                  <a:pt x="6655651" y="3751923"/>
                </a:lnTo>
                <a:lnTo>
                  <a:pt x="6696164" y="3778161"/>
                </a:lnTo>
                <a:lnTo>
                  <a:pt x="6736016" y="3805301"/>
                </a:lnTo>
                <a:lnTo>
                  <a:pt x="6775196" y="3833317"/>
                </a:lnTo>
                <a:lnTo>
                  <a:pt x="6813690" y="3862209"/>
                </a:lnTo>
                <a:lnTo>
                  <a:pt x="6851510" y="3891965"/>
                </a:lnTo>
                <a:lnTo>
                  <a:pt x="6888645" y="3922572"/>
                </a:lnTo>
                <a:lnTo>
                  <a:pt x="6928142" y="3956647"/>
                </a:lnTo>
                <a:lnTo>
                  <a:pt x="6966775" y="3991673"/>
                </a:lnTo>
                <a:lnTo>
                  <a:pt x="7004507" y="4027640"/>
                </a:lnTo>
                <a:lnTo>
                  <a:pt x="7041337" y="4064520"/>
                </a:lnTo>
                <a:lnTo>
                  <a:pt x="7077240" y="4102303"/>
                </a:lnTo>
                <a:lnTo>
                  <a:pt x="7112203" y="4140962"/>
                </a:lnTo>
                <a:lnTo>
                  <a:pt x="7146214" y="4180484"/>
                </a:lnTo>
                <a:lnTo>
                  <a:pt x="7179246" y="4220845"/>
                </a:lnTo>
                <a:lnTo>
                  <a:pt x="7211276" y="4262044"/>
                </a:lnTo>
                <a:lnTo>
                  <a:pt x="7231278" y="4289095"/>
                </a:lnTo>
                <a:lnTo>
                  <a:pt x="7231278" y="3429000"/>
                </a:lnTo>
                <a:lnTo>
                  <a:pt x="7231278" y="3261639"/>
                </a:lnTo>
                <a:lnTo>
                  <a:pt x="7192518" y="3233115"/>
                </a:lnTo>
                <a:lnTo>
                  <a:pt x="7151484" y="3204006"/>
                </a:lnTo>
                <a:lnTo>
                  <a:pt x="7109917" y="3175622"/>
                </a:lnTo>
                <a:lnTo>
                  <a:pt x="7067817" y="3147949"/>
                </a:lnTo>
                <a:lnTo>
                  <a:pt x="7025208" y="3121025"/>
                </a:lnTo>
                <a:lnTo>
                  <a:pt x="6982092" y="3094825"/>
                </a:lnTo>
                <a:lnTo>
                  <a:pt x="6938467" y="3069386"/>
                </a:lnTo>
                <a:lnTo>
                  <a:pt x="6894360" y="3044698"/>
                </a:lnTo>
                <a:lnTo>
                  <a:pt x="6849770" y="3020784"/>
                </a:lnTo>
                <a:lnTo>
                  <a:pt x="6804711" y="2997657"/>
                </a:lnTo>
                <a:lnTo>
                  <a:pt x="6759194" y="2975305"/>
                </a:lnTo>
                <a:lnTo>
                  <a:pt x="6713220" y="2953740"/>
                </a:lnTo>
                <a:lnTo>
                  <a:pt x="6666789" y="2933001"/>
                </a:lnTo>
                <a:lnTo>
                  <a:pt x="6619938" y="2913062"/>
                </a:lnTo>
                <a:lnTo>
                  <a:pt x="6572656" y="2893936"/>
                </a:lnTo>
                <a:lnTo>
                  <a:pt x="6526098" y="2876118"/>
                </a:lnTo>
                <a:lnTo>
                  <a:pt x="6479159" y="2859087"/>
                </a:lnTo>
                <a:lnTo>
                  <a:pt x="6431826" y="2842857"/>
                </a:lnTo>
                <a:lnTo>
                  <a:pt x="6384125" y="2827439"/>
                </a:lnTo>
                <a:lnTo>
                  <a:pt x="6336043" y="2812846"/>
                </a:lnTo>
                <a:lnTo>
                  <a:pt x="6287617" y="2799080"/>
                </a:lnTo>
                <a:lnTo>
                  <a:pt x="6238837" y="2786151"/>
                </a:lnTo>
                <a:lnTo>
                  <a:pt x="6189700" y="2774073"/>
                </a:lnTo>
                <a:lnTo>
                  <a:pt x="6140247" y="2762859"/>
                </a:lnTo>
                <a:lnTo>
                  <a:pt x="6090463" y="2752509"/>
                </a:lnTo>
                <a:lnTo>
                  <a:pt x="6040361" y="2743047"/>
                </a:lnTo>
                <a:lnTo>
                  <a:pt x="5999150" y="2729636"/>
                </a:lnTo>
                <a:lnTo>
                  <a:pt x="5964148" y="2706382"/>
                </a:lnTo>
                <a:lnTo>
                  <a:pt x="5937047" y="2675001"/>
                </a:lnTo>
                <a:lnTo>
                  <a:pt x="5919546" y="2637205"/>
                </a:lnTo>
                <a:lnTo>
                  <a:pt x="5913336" y="2594711"/>
                </a:lnTo>
                <a:lnTo>
                  <a:pt x="5913336" y="2269998"/>
                </a:lnTo>
                <a:lnTo>
                  <a:pt x="5919990" y="2225497"/>
                </a:lnTo>
                <a:lnTo>
                  <a:pt x="5938558" y="2186559"/>
                </a:lnTo>
                <a:lnTo>
                  <a:pt x="5966917" y="2154936"/>
                </a:lnTo>
                <a:lnTo>
                  <a:pt x="6002972" y="2132368"/>
                </a:lnTo>
                <a:lnTo>
                  <a:pt x="6044616" y="2120582"/>
                </a:lnTo>
                <a:lnTo>
                  <a:pt x="6089726" y="2121331"/>
                </a:lnTo>
                <a:lnTo>
                  <a:pt x="6139777" y="2129752"/>
                </a:lnTo>
                <a:lnTo>
                  <a:pt x="6189586" y="2138908"/>
                </a:lnTo>
                <a:lnTo>
                  <a:pt x="6239141" y="2148776"/>
                </a:lnTo>
                <a:lnTo>
                  <a:pt x="6288443" y="2159343"/>
                </a:lnTo>
                <a:lnTo>
                  <a:pt x="6337490" y="2170620"/>
                </a:lnTo>
                <a:lnTo>
                  <a:pt x="6386284" y="2182596"/>
                </a:lnTo>
                <a:lnTo>
                  <a:pt x="6434785" y="2195271"/>
                </a:lnTo>
                <a:lnTo>
                  <a:pt x="6483020" y="2208619"/>
                </a:lnTo>
                <a:lnTo>
                  <a:pt x="6530975" y="2222652"/>
                </a:lnTo>
                <a:lnTo>
                  <a:pt x="6578638" y="2237359"/>
                </a:lnTo>
                <a:lnTo>
                  <a:pt x="6626009" y="2252738"/>
                </a:lnTo>
                <a:lnTo>
                  <a:pt x="6673075" y="2268778"/>
                </a:lnTo>
                <a:lnTo>
                  <a:pt x="6719837" y="2285466"/>
                </a:lnTo>
                <a:lnTo>
                  <a:pt x="6766293" y="2302814"/>
                </a:lnTo>
                <a:lnTo>
                  <a:pt x="6812420" y="2320798"/>
                </a:lnTo>
                <a:lnTo>
                  <a:pt x="6858228" y="2339429"/>
                </a:lnTo>
                <a:lnTo>
                  <a:pt x="6903707" y="2358682"/>
                </a:lnTo>
                <a:lnTo>
                  <a:pt x="6948843" y="2378570"/>
                </a:lnTo>
                <a:lnTo>
                  <a:pt x="6993649" y="2399080"/>
                </a:lnTo>
                <a:lnTo>
                  <a:pt x="7038099" y="2420201"/>
                </a:lnTo>
                <a:lnTo>
                  <a:pt x="7082193" y="2441930"/>
                </a:lnTo>
                <a:lnTo>
                  <a:pt x="7125932" y="2464270"/>
                </a:lnTo>
                <a:lnTo>
                  <a:pt x="7170674" y="2487904"/>
                </a:lnTo>
                <a:lnTo>
                  <a:pt x="7215035" y="2512174"/>
                </a:lnTo>
                <a:lnTo>
                  <a:pt x="7231278" y="2521381"/>
                </a:lnTo>
                <a:lnTo>
                  <a:pt x="7231278" y="2120582"/>
                </a:lnTo>
                <a:lnTo>
                  <a:pt x="7231278" y="1714500"/>
                </a:lnTo>
                <a:close/>
              </a:path>
            </a:pathLst>
          </a:custGeom>
          <a:solidFill>
            <a:srgbClr val="F68831">
              <a:alpha val="504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759989-63AB-95C5-B156-CF83400AE374}"/>
              </a:ext>
            </a:extLst>
          </p:cNvPr>
          <p:cNvGrpSpPr/>
          <p:nvPr userDrawn="1"/>
        </p:nvGrpSpPr>
        <p:grpSpPr>
          <a:xfrm>
            <a:off x="7192429" y="1127278"/>
            <a:ext cx="4999403" cy="137160"/>
            <a:chOff x="7192429" y="1088778"/>
            <a:chExt cx="4999403" cy="137160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544F9CD2-6CA4-C1E4-9B20-F9380A5C9123}"/>
                </a:ext>
              </a:extLst>
            </p:cNvPr>
            <p:cNvSpPr/>
            <p:nvPr/>
          </p:nvSpPr>
          <p:spPr>
            <a:xfrm>
              <a:off x="7261009" y="1149939"/>
              <a:ext cx="4930823" cy="14838"/>
            </a:xfrm>
            <a:custGeom>
              <a:avLst/>
              <a:gdLst/>
              <a:ahLst/>
              <a:cxnLst/>
              <a:rect l="l" t="t" r="r" b="b"/>
              <a:pathLst>
                <a:path w="6963409" h="20954">
                  <a:moveTo>
                    <a:pt x="0" y="20941"/>
                  </a:moveTo>
                  <a:lnTo>
                    <a:pt x="6963034" y="20941"/>
                  </a:lnTo>
                  <a:lnTo>
                    <a:pt x="6963034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1D4ECE26-2462-6270-327F-A3AD447EADCA}"/>
                </a:ext>
              </a:extLst>
            </p:cNvPr>
            <p:cNvSpPr/>
            <p:nvPr/>
          </p:nvSpPr>
          <p:spPr>
            <a:xfrm>
              <a:off x="7192429" y="1088778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64300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with Double Ma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D234-6CA1-E69D-8B02-450A261D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/>
          <a:lstStyle>
            <a:lvl1pPr>
              <a:defRPr b="0" i="0">
                <a:solidFill>
                  <a:srgbClr val="F58934"/>
                </a:solidFill>
                <a:latin typeface="Wavehaus 128 Bold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3B822-28E0-4728-C791-050BC805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5425-964C-4A2C-90EE-624DA7064867}" type="datetime5">
              <a:rPr lang="en-US" smtClean="0"/>
              <a:t>[Date]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2435B-C2AA-8319-EFF2-594C38E7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214CC-0D6F-2BA0-67FB-503F4CFF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t>‹#›</a:t>
            </a:fld>
            <a:endParaRPr lang="en-EG"/>
          </a:p>
        </p:txBody>
      </p:sp>
      <p:sp>
        <p:nvSpPr>
          <p:cNvPr id="6" name="bg object 20">
            <a:extLst>
              <a:ext uri="{FF2B5EF4-FFF2-40B4-BE49-F238E27FC236}">
                <a16:creationId xmlns:a16="http://schemas.microsoft.com/office/drawing/2014/main" id="{2EE69170-8540-5D2F-10C6-ADD11CB237DA}"/>
              </a:ext>
            </a:extLst>
          </p:cNvPr>
          <p:cNvSpPr/>
          <p:nvPr userDrawn="1"/>
        </p:nvSpPr>
        <p:spPr>
          <a:xfrm>
            <a:off x="9069050" y="0"/>
            <a:ext cx="3122950" cy="3161154"/>
          </a:xfrm>
          <a:prstGeom prst="rect">
            <a:avLst/>
          </a:prstGeom>
          <a:blipFill>
            <a:blip r:embed="rId2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alphaModFix amt="49000"/>
            </a:blip>
            <a:stretch>
              <a:fillRect t="-58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bg object 20">
            <a:extLst>
              <a:ext uri="{FF2B5EF4-FFF2-40B4-BE49-F238E27FC236}">
                <a16:creationId xmlns:a16="http://schemas.microsoft.com/office/drawing/2014/main" id="{B0BDFE7A-86C9-6D3C-73C0-659AF3969708}"/>
              </a:ext>
            </a:extLst>
          </p:cNvPr>
          <p:cNvSpPr/>
          <p:nvPr userDrawn="1"/>
        </p:nvSpPr>
        <p:spPr>
          <a:xfrm rot="10800000">
            <a:off x="0" y="3696846"/>
            <a:ext cx="3122950" cy="3161154"/>
          </a:xfrm>
          <a:prstGeom prst="rect">
            <a:avLst/>
          </a:prstGeom>
          <a:blipFill>
            <a:blip r:embed="rId2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alphaModFix amt="49000"/>
            </a:blip>
            <a:stretch>
              <a:fillRect t="-58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CB429D-46C1-81ED-A0E9-20FAE9D43E39}"/>
              </a:ext>
            </a:extLst>
          </p:cNvPr>
          <p:cNvGrpSpPr/>
          <p:nvPr userDrawn="1"/>
        </p:nvGrpSpPr>
        <p:grpSpPr>
          <a:xfrm>
            <a:off x="7192429" y="1127278"/>
            <a:ext cx="4999403" cy="137160"/>
            <a:chOff x="7192429" y="1088778"/>
            <a:chExt cx="4999403" cy="137160"/>
          </a:xfrm>
        </p:grpSpPr>
        <p:sp>
          <p:nvSpPr>
            <p:cNvPr id="18" name="object 4">
              <a:extLst>
                <a:ext uri="{FF2B5EF4-FFF2-40B4-BE49-F238E27FC236}">
                  <a16:creationId xmlns:a16="http://schemas.microsoft.com/office/drawing/2014/main" id="{AD46128A-CB6A-F140-8D82-F66E31E3F097}"/>
                </a:ext>
              </a:extLst>
            </p:cNvPr>
            <p:cNvSpPr/>
            <p:nvPr/>
          </p:nvSpPr>
          <p:spPr>
            <a:xfrm>
              <a:off x="7261009" y="1149939"/>
              <a:ext cx="4930823" cy="14838"/>
            </a:xfrm>
            <a:custGeom>
              <a:avLst/>
              <a:gdLst/>
              <a:ahLst/>
              <a:cxnLst/>
              <a:rect l="l" t="t" r="r" b="b"/>
              <a:pathLst>
                <a:path w="6963409" h="20954">
                  <a:moveTo>
                    <a:pt x="0" y="20941"/>
                  </a:moveTo>
                  <a:lnTo>
                    <a:pt x="6963034" y="20941"/>
                  </a:lnTo>
                  <a:lnTo>
                    <a:pt x="6963034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5">
              <a:extLst>
                <a:ext uri="{FF2B5EF4-FFF2-40B4-BE49-F238E27FC236}">
                  <a16:creationId xmlns:a16="http://schemas.microsoft.com/office/drawing/2014/main" id="{E1E9FF70-0132-B940-54FB-9C30D0919BBE}"/>
                </a:ext>
              </a:extLst>
            </p:cNvPr>
            <p:cNvSpPr/>
            <p:nvPr/>
          </p:nvSpPr>
          <p:spPr>
            <a:xfrm>
              <a:off x="7192429" y="1088778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28316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D234-6CA1-E69D-8B02-450A261D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/>
          <a:lstStyle>
            <a:lvl1pPr>
              <a:defRPr b="0" i="0">
                <a:solidFill>
                  <a:srgbClr val="F58934"/>
                </a:solidFill>
                <a:latin typeface="Wavehaus 128 Bold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3B822-28E0-4728-C791-050BC805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DFF1C-A032-4BB1-9177-7AD5A1830185}" type="datetime5">
              <a:rPr lang="en-US" smtClean="0"/>
              <a:t>[Date]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2435B-C2AA-8319-EFF2-594C38E7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214CC-0D6F-2BA0-67FB-503F4CFF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t>‹#›</a:t>
            </a:fld>
            <a:endParaRPr lang="en-EG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E0A090-F7FF-C8BE-876D-7A672885B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168"/>
            <a:ext cx="10515600" cy="491002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5ABDE50-AC8C-4C96-97BC-25AB2368776D}"/>
              </a:ext>
            </a:extLst>
          </p:cNvPr>
          <p:cNvGrpSpPr/>
          <p:nvPr userDrawn="1"/>
        </p:nvGrpSpPr>
        <p:grpSpPr>
          <a:xfrm>
            <a:off x="7192429" y="1127278"/>
            <a:ext cx="4999403" cy="137160"/>
            <a:chOff x="7192429" y="1088778"/>
            <a:chExt cx="4999403" cy="137160"/>
          </a:xfrm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02EC9B32-644E-0EF8-39B0-E5C5722F07A6}"/>
                </a:ext>
              </a:extLst>
            </p:cNvPr>
            <p:cNvSpPr/>
            <p:nvPr/>
          </p:nvSpPr>
          <p:spPr>
            <a:xfrm>
              <a:off x="7261009" y="1149939"/>
              <a:ext cx="4930823" cy="14838"/>
            </a:xfrm>
            <a:custGeom>
              <a:avLst/>
              <a:gdLst/>
              <a:ahLst/>
              <a:cxnLst/>
              <a:rect l="l" t="t" r="r" b="b"/>
              <a:pathLst>
                <a:path w="6963409" h="20954">
                  <a:moveTo>
                    <a:pt x="0" y="20941"/>
                  </a:moveTo>
                  <a:lnTo>
                    <a:pt x="6963034" y="20941"/>
                  </a:lnTo>
                  <a:lnTo>
                    <a:pt x="6963034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25D184EC-61C6-4D72-3393-A29ED7CBAC65}"/>
                </a:ext>
              </a:extLst>
            </p:cNvPr>
            <p:cNvSpPr/>
            <p:nvPr/>
          </p:nvSpPr>
          <p:spPr>
            <a:xfrm>
              <a:off x="7192429" y="1088778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540597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ith Double Ma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D234-6CA1-E69D-8B02-450A261D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/>
          <a:lstStyle>
            <a:lvl1pPr>
              <a:defRPr b="0" i="0">
                <a:solidFill>
                  <a:srgbClr val="F58934"/>
                </a:solidFill>
                <a:latin typeface="Wavehaus 128 Bold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3B822-28E0-4728-C791-050BC805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B94-D503-4346-B194-0D15C4C2CDBF}" type="datetime5">
              <a:rPr lang="en-US" smtClean="0"/>
              <a:t>[Date]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2435B-C2AA-8319-EFF2-594C38E7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214CC-0D6F-2BA0-67FB-503F4CFF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t>‹#›</a:t>
            </a:fld>
            <a:endParaRPr lang="en-EG"/>
          </a:p>
        </p:txBody>
      </p:sp>
      <p:sp>
        <p:nvSpPr>
          <p:cNvPr id="6" name="bg object 20">
            <a:extLst>
              <a:ext uri="{FF2B5EF4-FFF2-40B4-BE49-F238E27FC236}">
                <a16:creationId xmlns:a16="http://schemas.microsoft.com/office/drawing/2014/main" id="{2EE69170-8540-5D2F-10C6-ADD11CB237DA}"/>
              </a:ext>
            </a:extLst>
          </p:cNvPr>
          <p:cNvSpPr/>
          <p:nvPr userDrawn="1"/>
        </p:nvSpPr>
        <p:spPr>
          <a:xfrm>
            <a:off x="9069050" y="0"/>
            <a:ext cx="3122950" cy="3161154"/>
          </a:xfrm>
          <a:prstGeom prst="rect">
            <a:avLst/>
          </a:prstGeom>
          <a:blipFill>
            <a:blip r:embed="rId2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alphaModFix amt="49000"/>
            </a:blip>
            <a:stretch>
              <a:fillRect t="-58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bg object 20">
            <a:extLst>
              <a:ext uri="{FF2B5EF4-FFF2-40B4-BE49-F238E27FC236}">
                <a16:creationId xmlns:a16="http://schemas.microsoft.com/office/drawing/2014/main" id="{B0BDFE7A-86C9-6D3C-73C0-659AF3969708}"/>
              </a:ext>
            </a:extLst>
          </p:cNvPr>
          <p:cNvSpPr/>
          <p:nvPr userDrawn="1"/>
        </p:nvSpPr>
        <p:spPr>
          <a:xfrm rot="10800000">
            <a:off x="0" y="3696846"/>
            <a:ext cx="3122950" cy="3161154"/>
          </a:xfrm>
          <a:prstGeom prst="rect">
            <a:avLst/>
          </a:prstGeom>
          <a:blipFill>
            <a:blip r:embed="rId2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alphaModFix amt="49000"/>
            </a:blip>
            <a:stretch>
              <a:fillRect t="-58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E0A090-F7FF-C8BE-876D-7A672885B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168"/>
            <a:ext cx="10515600" cy="491002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ED4CD2-00FD-3B5F-4C6F-30959829CF1F}"/>
              </a:ext>
            </a:extLst>
          </p:cNvPr>
          <p:cNvGrpSpPr/>
          <p:nvPr userDrawn="1"/>
        </p:nvGrpSpPr>
        <p:grpSpPr>
          <a:xfrm>
            <a:off x="7192429" y="1127278"/>
            <a:ext cx="4999403" cy="137160"/>
            <a:chOff x="7192429" y="1088778"/>
            <a:chExt cx="4999403" cy="137160"/>
          </a:xfrm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E8BE3A80-CD2E-109B-7F93-882BC1EF099E}"/>
                </a:ext>
              </a:extLst>
            </p:cNvPr>
            <p:cNvSpPr/>
            <p:nvPr/>
          </p:nvSpPr>
          <p:spPr>
            <a:xfrm>
              <a:off x="7261009" y="1149939"/>
              <a:ext cx="4930823" cy="14838"/>
            </a:xfrm>
            <a:custGeom>
              <a:avLst/>
              <a:gdLst/>
              <a:ahLst/>
              <a:cxnLst/>
              <a:rect l="l" t="t" r="r" b="b"/>
              <a:pathLst>
                <a:path w="6963409" h="20954">
                  <a:moveTo>
                    <a:pt x="0" y="20941"/>
                  </a:moveTo>
                  <a:lnTo>
                    <a:pt x="6963034" y="20941"/>
                  </a:lnTo>
                  <a:lnTo>
                    <a:pt x="6963034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ADB3FD8B-87EC-17A2-7C98-92EA32ADA1D4}"/>
                </a:ext>
              </a:extLst>
            </p:cNvPr>
            <p:cNvSpPr/>
            <p:nvPr/>
          </p:nvSpPr>
          <p:spPr>
            <a:xfrm>
              <a:off x="7192429" y="1088778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359891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63BF-8C8A-CDC7-D237-904DBE2EC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1600"/>
            <a:ext cx="51816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27886-8C75-C015-641B-036FDFA47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71600"/>
            <a:ext cx="51816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25F4-1B1E-8C47-E000-8D0DF149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06D2-9CC7-4FFA-BABE-A14711BC374B}" type="datetime5">
              <a:rPr lang="en-US" smtClean="0"/>
              <a:t>[Date]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39D4B-68F4-C31E-B884-C526A4E2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B9934-4C65-0BF3-7C7C-D32A40D4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t>‹#›</a:t>
            </a:fld>
            <a:endParaRPr lang="en-EG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2C6A192-F3D9-298E-468C-E71511F0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58400" cy="640080"/>
          </a:xfrm>
        </p:spPr>
        <p:txBody>
          <a:bodyPr/>
          <a:lstStyle>
            <a:lvl1pPr>
              <a:defRPr b="0" i="0">
                <a:solidFill>
                  <a:srgbClr val="F58934"/>
                </a:solidFill>
                <a:latin typeface="Wavehaus 128 Bold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pic>
        <p:nvPicPr>
          <p:cNvPr id="10" name="Picture 9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8D97423D-4E1B-62F5-031A-BA6FD24240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556" y="365760"/>
            <a:ext cx="598488" cy="59848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0138B3E-BA83-FAED-9308-533B7BDF2FD2}"/>
              </a:ext>
            </a:extLst>
          </p:cNvPr>
          <p:cNvGrpSpPr/>
          <p:nvPr userDrawn="1"/>
        </p:nvGrpSpPr>
        <p:grpSpPr>
          <a:xfrm>
            <a:off x="7192429" y="1127278"/>
            <a:ext cx="4999403" cy="137160"/>
            <a:chOff x="7192429" y="1088778"/>
            <a:chExt cx="4999403" cy="137160"/>
          </a:xfrm>
        </p:grpSpPr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802E3821-C3C4-FA21-3E81-97C12FE66D6E}"/>
                </a:ext>
              </a:extLst>
            </p:cNvPr>
            <p:cNvSpPr/>
            <p:nvPr/>
          </p:nvSpPr>
          <p:spPr>
            <a:xfrm>
              <a:off x="7261009" y="1149939"/>
              <a:ext cx="4930823" cy="14838"/>
            </a:xfrm>
            <a:custGeom>
              <a:avLst/>
              <a:gdLst/>
              <a:ahLst/>
              <a:cxnLst/>
              <a:rect l="l" t="t" r="r" b="b"/>
              <a:pathLst>
                <a:path w="6963409" h="20954">
                  <a:moveTo>
                    <a:pt x="0" y="20941"/>
                  </a:moveTo>
                  <a:lnTo>
                    <a:pt x="6963034" y="20941"/>
                  </a:lnTo>
                  <a:lnTo>
                    <a:pt x="6963034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DB435354-15C4-9361-5B6E-112CE4D8EDBC}"/>
                </a:ext>
              </a:extLst>
            </p:cNvPr>
            <p:cNvSpPr/>
            <p:nvPr/>
          </p:nvSpPr>
          <p:spPr>
            <a:xfrm>
              <a:off x="7192429" y="1088778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394570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6C6E0-B263-4030-95B3-019F20FAD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16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5893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32ABF-71AE-85D4-BBCF-3FE56DEE5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10062"/>
            <a:ext cx="5157787" cy="39764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456A46-E436-9B8F-1A80-79C995A8A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16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5893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39C82-3C3C-DC3E-02F0-FA0B34D5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0062"/>
            <a:ext cx="5183188" cy="3976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03DC5-DA50-240B-E423-F9CD8A61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A1A81-9732-4036-A31A-76D1D49EC75E}" type="datetime5">
              <a:rPr lang="en-US" smtClean="0"/>
              <a:t>[Date]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A80F5B-39CF-7ED5-F73E-0E6F265F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0E6C86-11BE-DF04-E883-88D6F2D15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t>‹#›</a:t>
            </a:fld>
            <a:endParaRPr lang="en-EG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2FB92C-74A0-BC29-EB85-ADE83616F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58400" cy="640080"/>
          </a:xfrm>
        </p:spPr>
        <p:txBody>
          <a:bodyPr/>
          <a:lstStyle>
            <a:lvl1pPr>
              <a:defRPr b="0" i="0">
                <a:solidFill>
                  <a:srgbClr val="F58934"/>
                </a:solidFill>
                <a:latin typeface="Wavehaus 128 Bold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pic>
        <p:nvPicPr>
          <p:cNvPr id="12" name="Picture 11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D457A1B9-158C-6349-C242-155121F1E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556" y="365760"/>
            <a:ext cx="598488" cy="59848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4E556AD-7D51-F63C-5369-A050A7201517}"/>
              </a:ext>
            </a:extLst>
          </p:cNvPr>
          <p:cNvGrpSpPr/>
          <p:nvPr userDrawn="1"/>
        </p:nvGrpSpPr>
        <p:grpSpPr>
          <a:xfrm>
            <a:off x="7192429" y="1127278"/>
            <a:ext cx="4999403" cy="137160"/>
            <a:chOff x="7192429" y="1088778"/>
            <a:chExt cx="4999403" cy="137160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ED4D3B4B-02E5-2734-2C93-B5B0A260A273}"/>
                </a:ext>
              </a:extLst>
            </p:cNvPr>
            <p:cNvSpPr/>
            <p:nvPr/>
          </p:nvSpPr>
          <p:spPr>
            <a:xfrm>
              <a:off x="7261009" y="1149939"/>
              <a:ext cx="4930823" cy="14838"/>
            </a:xfrm>
            <a:custGeom>
              <a:avLst/>
              <a:gdLst/>
              <a:ahLst/>
              <a:cxnLst/>
              <a:rect l="l" t="t" r="r" b="b"/>
              <a:pathLst>
                <a:path w="6963409" h="20954">
                  <a:moveTo>
                    <a:pt x="0" y="20941"/>
                  </a:moveTo>
                  <a:lnTo>
                    <a:pt x="6963034" y="20941"/>
                  </a:lnTo>
                  <a:lnTo>
                    <a:pt x="6963034" y="0"/>
                  </a:lnTo>
                  <a:lnTo>
                    <a:pt x="0" y="0"/>
                  </a:lnTo>
                  <a:lnTo>
                    <a:pt x="0" y="20941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409D7402-70A5-55A3-EF8B-05A65056E38D}"/>
                </a:ext>
              </a:extLst>
            </p:cNvPr>
            <p:cNvSpPr/>
            <p:nvPr/>
          </p:nvSpPr>
          <p:spPr>
            <a:xfrm>
              <a:off x="7192429" y="1088778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529" y="0"/>
                  </a:moveTo>
                  <a:lnTo>
                    <a:pt x="108424" y="8081"/>
                  </a:lnTo>
                  <a:lnTo>
                    <a:pt x="64906" y="30585"/>
                  </a:lnTo>
                  <a:lnTo>
                    <a:pt x="30588" y="64899"/>
                  </a:lnTo>
                  <a:lnTo>
                    <a:pt x="8082" y="108414"/>
                  </a:lnTo>
                  <a:lnTo>
                    <a:pt x="0" y="158518"/>
                  </a:lnTo>
                  <a:lnTo>
                    <a:pt x="8082" y="208622"/>
                  </a:lnTo>
                  <a:lnTo>
                    <a:pt x="30588" y="252137"/>
                  </a:lnTo>
                  <a:lnTo>
                    <a:pt x="64906" y="286452"/>
                  </a:lnTo>
                  <a:lnTo>
                    <a:pt x="108424" y="308956"/>
                  </a:lnTo>
                  <a:lnTo>
                    <a:pt x="158529" y="317037"/>
                  </a:lnTo>
                  <a:lnTo>
                    <a:pt x="208633" y="308956"/>
                  </a:lnTo>
                  <a:lnTo>
                    <a:pt x="252148" y="286452"/>
                  </a:lnTo>
                  <a:lnTo>
                    <a:pt x="286462" y="252137"/>
                  </a:lnTo>
                  <a:lnTo>
                    <a:pt x="308966" y="208622"/>
                  </a:lnTo>
                  <a:lnTo>
                    <a:pt x="317047" y="158518"/>
                  </a:lnTo>
                  <a:lnTo>
                    <a:pt x="308966" y="108414"/>
                  </a:lnTo>
                  <a:lnTo>
                    <a:pt x="286462" y="64899"/>
                  </a:lnTo>
                  <a:lnTo>
                    <a:pt x="252148" y="30585"/>
                  </a:lnTo>
                  <a:lnTo>
                    <a:pt x="208633" y="8081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88589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0E9B-A2C9-B170-29F6-8E3686185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71600"/>
            <a:ext cx="10515600" cy="4914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08335-744A-FCB2-20BE-93A37D2D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1D03-5306-45C8-AC63-D3A8CFA55D69}" type="datetime5">
              <a:rPr lang="en-US" smtClean="0"/>
              <a:t>[Date]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1C202-3C92-937C-15D6-751C2D34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D9D01-280A-933B-BF97-5AA14123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t>‹#›</a:t>
            </a:fld>
            <a:endParaRPr lang="en-EG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EDEB6F-6AA7-2EB1-1DBC-6549C6FA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58400" cy="640080"/>
          </a:xfrm>
        </p:spPr>
        <p:txBody>
          <a:bodyPr/>
          <a:lstStyle>
            <a:lvl1pPr>
              <a:defRPr b="0" i="0">
                <a:solidFill>
                  <a:srgbClr val="F58934"/>
                </a:solidFill>
                <a:latin typeface="Wavehaus 128 Bold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  <p:pic>
        <p:nvPicPr>
          <p:cNvPr id="9" name="Picture 8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15C64A9-4739-04F0-8FE1-EF47559C5D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556" y="365760"/>
            <a:ext cx="598488" cy="59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755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0CC680-A3E8-551A-554A-F17CA5FA8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4"/>
            <a:ext cx="2628900" cy="5921375"/>
          </a:xfrm>
        </p:spPr>
        <p:txBody>
          <a:bodyPr vert="eaVert"/>
          <a:lstStyle>
            <a:lvl1pPr>
              <a:defRPr b="1">
                <a:solidFill>
                  <a:srgbClr val="F5893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1DEBE-1113-4025-F977-242456AD5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4"/>
            <a:ext cx="7734300" cy="5921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9C0E-E467-862E-1AEA-7E9F630F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A86E1-B2FC-48BB-83CC-12DC92595702}" type="datetime5">
              <a:rPr lang="en-US" smtClean="0"/>
              <a:t>[Date]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E92F2-A947-165A-C793-F0AD761D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C9-4C2C-8A12-430E-DEF93662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t>‹#›</a:t>
            </a:fld>
            <a:endParaRPr lang="en-EG"/>
          </a:p>
        </p:txBody>
      </p:sp>
      <p:pic>
        <p:nvPicPr>
          <p:cNvPr id="9" name="Picture 8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6D4162D1-B0D9-7E02-7A70-89EA9434D9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556" y="365760"/>
            <a:ext cx="598488" cy="59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958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a circle&#10;&#10;Description automatically generated">
            <a:extLst>
              <a:ext uri="{FF2B5EF4-FFF2-40B4-BE49-F238E27FC236}">
                <a16:creationId xmlns:a16="http://schemas.microsoft.com/office/drawing/2014/main" id="{538FFB76-7814-368F-43C3-58A01950F3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alphaModFix amt="5000"/>
          </a:blip>
          <a:srcRect l="43924" t="9558" b="15936"/>
          <a:stretch/>
        </p:blipFill>
        <p:spPr>
          <a:xfrm>
            <a:off x="-1" y="0"/>
            <a:ext cx="5127621" cy="684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201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F0012F8-7046-618C-9B1E-7AAD3B630617}"/>
              </a:ext>
            </a:extLst>
          </p:cNvPr>
          <p:cNvSpPr/>
          <p:nvPr/>
        </p:nvSpPr>
        <p:spPr>
          <a:xfrm>
            <a:off x="5680028" y="3864047"/>
            <a:ext cx="387760" cy="66616"/>
          </a:xfrm>
          <a:custGeom>
            <a:avLst/>
            <a:gdLst/>
            <a:ahLst/>
            <a:cxnLst/>
            <a:rect l="l" t="t" r="r" b="b"/>
            <a:pathLst>
              <a:path w="639445" h="109854">
                <a:moveTo>
                  <a:pt x="603814" y="0"/>
                </a:moveTo>
                <a:lnTo>
                  <a:pt x="35339" y="0"/>
                </a:lnTo>
                <a:lnTo>
                  <a:pt x="27221" y="603"/>
                </a:lnTo>
                <a:lnTo>
                  <a:pt x="0" y="34993"/>
                </a:lnTo>
                <a:lnTo>
                  <a:pt x="0" y="74563"/>
                </a:lnTo>
                <a:lnTo>
                  <a:pt x="21590" y="107331"/>
                </a:lnTo>
                <a:lnTo>
                  <a:pt x="35339" y="109567"/>
                </a:lnTo>
                <a:lnTo>
                  <a:pt x="603814" y="109567"/>
                </a:lnTo>
                <a:lnTo>
                  <a:pt x="636891" y="88177"/>
                </a:lnTo>
                <a:lnTo>
                  <a:pt x="639153" y="74563"/>
                </a:lnTo>
                <a:lnTo>
                  <a:pt x="639153" y="34993"/>
                </a:lnTo>
                <a:lnTo>
                  <a:pt x="618046" y="2255"/>
                </a:lnTo>
                <a:lnTo>
                  <a:pt x="603814" y="0"/>
                </a:lnTo>
                <a:close/>
              </a:path>
            </a:pathLst>
          </a:custGeom>
          <a:solidFill>
            <a:srgbClr val="F6883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F933BBB-CD6D-E19D-AD6D-04BB5F9230FA}"/>
              </a:ext>
            </a:extLst>
          </p:cNvPr>
          <p:cNvSpPr/>
          <p:nvPr/>
        </p:nvSpPr>
        <p:spPr>
          <a:xfrm>
            <a:off x="6911308" y="3864047"/>
            <a:ext cx="387760" cy="66616"/>
          </a:xfrm>
          <a:custGeom>
            <a:avLst/>
            <a:gdLst/>
            <a:ahLst/>
            <a:cxnLst/>
            <a:rect l="l" t="t" r="r" b="b"/>
            <a:pathLst>
              <a:path w="639445" h="109854">
                <a:moveTo>
                  <a:pt x="603814" y="0"/>
                </a:moveTo>
                <a:lnTo>
                  <a:pt x="35339" y="0"/>
                </a:lnTo>
                <a:lnTo>
                  <a:pt x="27221" y="603"/>
                </a:lnTo>
                <a:lnTo>
                  <a:pt x="0" y="34993"/>
                </a:lnTo>
                <a:lnTo>
                  <a:pt x="0" y="74563"/>
                </a:lnTo>
                <a:lnTo>
                  <a:pt x="21600" y="107331"/>
                </a:lnTo>
                <a:lnTo>
                  <a:pt x="35339" y="109567"/>
                </a:lnTo>
                <a:lnTo>
                  <a:pt x="603814" y="109567"/>
                </a:lnTo>
                <a:lnTo>
                  <a:pt x="636896" y="88177"/>
                </a:lnTo>
                <a:lnTo>
                  <a:pt x="639163" y="74563"/>
                </a:lnTo>
                <a:lnTo>
                  <a:pt x="639163" y="34993"/>
                </a:lnTo>
                <a:lnTo>
                  <a:pt x="618050" y="2255"/>
                </a:lnTo>
                <a:lnTo>
                  <a:pt x="603814" y="0"/>
                </a:lnTo>
                <a:close/>
              </a:path>
            </a:pathLst>
          </a:custGeom>
          <a:solidFill>
            <a:srgbClr val="F6883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88325D-0860-2D52-633A-6A87613BEC09}"/>
              </a:ext>
            </a:extLst>
          </p:cNvPr>
          <p:cNvSpPr/>
          <p:nvPr/>
        </p:nvSpPr>
        <p:spPr>
          <a:xfrm>
            <a:off x="4460823" y="3864034"/>
            <a:ext cx="3270353" cy="333466"/>
          </a:xfrm>
          <a:custGeom>
            <a:avLst/>
            <a:gdLst/>
            <a:ahLst/>
            <a:cxnLst/>
            <a:rect l="l" t="t" r="r" b="b"/>
            <a:pathLst>
              <a:path w="5393055" h="549909">
                <a:moveTo>
                  <a:pt x="639152" y="35026"/>
                </a:moveTo>
                <a:lnTo>
                  <a:pt x="618045" y="2286"/>
                </a:lnTo>
                <a:lnTo>
                  <a:pt x="603808" y="25"/>
                </a:lnTo>
                <a:lnTo>
                  <a:pt x="266966" y="25"/>
                </a:lnTo>
                <a:lnTo>
                  <a:pt x="221094" y="3721"/>
                </a:lnTo>
                <a:lnTo>
                  <a:pt x="177660" y="14795"/>
                </a:lnTo>
                <a:lnTo>
                  <a:pt x="136690" y="33261"/>
                </a:lnTo>
                <a:lnTo>
                  <a:pt x="98158" y="59105"/>
                </a:lnTo>
                <a:lnTo>
                  <a:pt x="62826" y="94145"/>
                </a:lnTo>
                <a:lnTo>
                  <a:pt x="35331" y="132194"/>
                </a:lnTo>
                <a:lnTo>
                  <a:pt x="15697" y="173215"/>
                </a:lnTo>
                <a:lnTo>
                  <a:pt x="3924" y="217220"/>
                </a:lnTo>
                <a:lnTo>
                  <a:pt x="0" y="264198"/>
                </a:lnTo>
                <a:lnTo>
                  <a:pt x="0" y="279755"/>
                </a:lnTo>
                <a:lnTo>
                  <a:pt x="3733" y="325170"/>
                </a:lnTo>
                <a:lnTo>
                  <a:pt x="14935" y="368160"/>
                </a:lnTo>
                <a:lnTo>
                  <a:pt x="33604" y="408698"/>
                </a:lnTo>
                <a:lnTo>
                  <a:pt x="59702" y="446798"/>
                </a:lnTo>
                <a:lnTo>
                  <a:pt x="95110" y="481774"/>
                </a:lnTo>
                <a:lnTo>
                  <a:pt x="133553" y="508965"/>
                </a:lnTo>
                <a:lnTo>
                  <a:pt x="175006" y="528396"/>
                </a:lnTo>
                <a:lnTo>
                  <a:pt x="219481" y="540042"/>
                </a:lnTo>
                <a:lnTo>
                  <a:pt x="266966" y="543928"/>
                </a:lnTo>
                <a:lnTo>
                  <a:pt x="603808" y="543928"/>
                </a:lnTo>
                <a:lnTo>
                  <a:pt x="636892" y="522719"/>
                </a:lnTo>
                <a:lnTo>
                  <a:pt x="639152" y="509231"/>
                </a:lnTo>
                <a:lnTo>
                  <a:pt x="639152" y="469112"/>
                </a:lnTo>
                <a:lnTo>
                  <a:pt x="617575" y="436638"/>
                </a:lnTo>
                <a:lnTo>
                  <a:pt x="308571" y="434416"/>
                </a:lnTo>
                <a:lnTo>
                  <a:pt x="268097" y="432168"/>
                </a:lnTo>
                <a:lnTo>
                  <a:pt x="203327" y="414261"/>
                </a:lnTo>
                <a:lnTo>
                  <a:pt x="150177" y="369341"/>
                </a:lnTo>
                <a:lnTo>
                  <a:pt x="117195" y="306260"/>
                </a:lnTo>
                <a:lnTo>
                  <a:pt x="113080" y="272389"/>
                </a:lnTo>
                <a:lnTo>
                  <a:pt x="115722" y="246253"/>
                </a:lnTo>
                <a:lnTo>
                  <a:pt x="136931" y="193662"/>
                </a:lnTo>
                <a:lnTo>
                  <a:pt x="173532" y="150761"/>
                </a:lnTo>
                <a:lnTo>
                  <a:pt x="204927" y="128943"/>
                </a:lnTo>
                <a:lnTo>
                  <a:pt x="257556" y="113093"/>
                </a:lnTo>
                <a:lnTo>
                  <a:pt x="336067" y="109588"/>
                </a:lnTo>
                <a:lnTo>
                  <a:pt x="603808" y="109588"/>
                </a:lnTo>
                <a:lnTo>
                  <a:pt x="611936" y="108966"/>
                </a:lnTo>
                <a:lnTo>
                  <a:pt x="638581" y="81686"/>
                </a:lnTo>
                <a:lnTo>
                  <a:pt x="639152" y="74587"/>
                </a:lnTo>
                <a:lnTo>
                  <a:pt x="639152" y="35026"/>
                </a:lnTo>
                <a:close/>
              </a:path>
              <a:path w="5393055" h="549909">
                <a:moveTo>
                  <a:pt x="1282242" y="17132"/>
                </a:moveTo>
                <a:lnTo>
                  <a:pt x="1280668" y="9652"/>
                </a:lnTo>
                <a:lnTo>
                  <a:pt x="1275956" y="4305"/>
                </a:lnTo>
                <a:lnTo>
                  <a:pt x="1268095" y="1092"/>
                </a:lnTo>
                <a:lnTo>
                  <a:pt x="1257096" y="25"/>
                </a:lnTo>
                <a:lnTo>
                  <a:pt x="1175448" y="25"/>
                </a:lnTo>
                <a:lnTo>
                  <a:pt x="1122095" y="25946"/>
                </a:lnTo>
                <a:lnTo>
                  <a:pt x="1073823" y="77254"/>
                </a:lnTo>
                <a:lnTo>
                  <a:pt x="1042784" y="111937"/>
                </a:lnTo>
                <a:lnTo>
                  <a:pt x="1024394" y="133680"/>
                </a:lnTo>
                <a:lnTo>
                  <a:pt x="1007783" y="149199"/>
                </a:lnTo>
                <a:lnTo>
                  <a:pt x="992962" y="158508"/>
                </a:lnTo>
                <a:lnTo>
                  <a:pt x="979906" y="161607"/>
                </a:lnTo>
                <a:lnTo>
                  <a:pt x="974229" y="161023"/>
                </a:lnTo>
                <a:lnTo>
                  <a:pt x="937717" y="134416"/>
                </a:lnTo>
                <a:lnTo>
                  <a:pt x="895324" y="87630"/>
                </a:lnTo>
                <a:lnTo>
                  <a:pt x="851916" y="40424"/>
                </a:lnTo>
                <a:lnTo>
                  <a:pt x="836879" y="22745"/>
                </a:lnTo>
                <a:lnTo>
                  <a:pt x="820737" y="10121"/>
                </a:lnTo>
                <a:lnTo>
                  <a:pt x="803516" y="2552"/>
                </a:lnTo>
                <a:lnTo>
                  <a:pt x="785215" y="25"/>
                </a:lnTo>
                <a:lnTo>
                  <a:pt x="701192" y="25"/>
                </a:lnTo>
                <a:lnTo>
                  <a:pt x="690549" y="1879"/>
                </a:lnTo>
                <a:lnTo>
                  <a:pt x="682942" y="5092"/>
                </a:lnTo>
                <a:lnTo>
                  <a:pt x="678383" y="9664"/>
                </a:lnTo>
                <a:lnTo>
                  <a:pt x="676871" y="15570"/>
                </a:lnTo>
                <a:lnTo>
                  <a:pt x="677951" y="22428"/>
                </a:lnTo>
                <a:lnTo>
                  <a:pt x="681189" y="29756"/>
                </a:lnTo>
                <a:lnTo>
                  <a:pt x="686574" y="37566"/>
                </a:lnTo>
                <a:lnTo>
                  <a:pt x="734148" y="90551"/>
                </a:lnTo>
                <a:lnTo>
                  <a:pt x="744766" y="102692"/>
                </a:lnTo>
                <a:lnTo>
                  <a:pt x="749109" y="108038"/>
                </a:lnTo>
                <a:lnTo>
                  <a:pt x="802767" y="166458"/>
                </a:lnTo>
                <a:lnTo>
                  <a:pt x="845680" y="213715"/>
                </a:lnTo>
                <a:lnTo>
                  <a:pt x="877874" y="249770"/>
                </a:lnTo>
                <a:lnTo>
                  <a:pt x="910043" y="288277"/>
                </a:lnTo>
                <a:lnTo>
                  <a:pt x="923290" y="337413"/>
                </a:lnTo>
                <a:lnTo>
                  <a:pt x="924179" y="365252"/>
                </a:lnTo>
                <a:lnTo>
                  <a:pt x="924179" y="508990"/>
                </a:lnTo>
                <a:lnTo>
                  <a:pt x="924801" y="517029"/>
                </a:lnTo>
                <a:lnTo>
                  <a:pt x="959523" y="543928"/>
                </a:lnTo>
                <a:lnTo>
                  <a:pt x="1001153" y="543928"/>
                </a:lnTo>
                <a:lnTo>
                  <a:pt x="1033526" y="522592"/>
                </a:lnTo>
                <a:lnTo>
                  <a:pt x="1035710" y="508990"/>
                </a:lnTo>
                <a:lnTo>
                  <a:pt x="1035710" y="363689"/>
                </a:lnTo>
                <a:lnTo>
                  <a:pt x="1036878" y="333781"/>
                </a:lnTo>
                <a:lnTo>
                  <a:pt x="1046276" y="292582"/>
                </a:lnTo>
                <a:lnTo>
                  <a:pt x="1088402" y="242328"/>
                </a:lnTo>
                <a:lnTo>
                  <a:pt x="1244511" y="69189"/>
                </a:lnTo>
                <a:lnTo>
                  <a:pt x="1261021" y="51701"/>
                </a:lnTo>
                <a:lnTo>
                  <a:pt x="1272806" y="37338"/>
                </a:lnTo>
                <a:lnTo>
                  <a:pt x="1279880" y="26085"/>
                </a:lnTo>
                <a:lnTo>
                  <a:pt x="1282242" y="17919"/>
                </a:lnTo>
                <a:lnTo>
                  <a:pt x="1282242" y="17132"/>
                </a:lnTo>
                <a:close/>
              </a:path>
              <a:path w="5393055" h="549909">
                <a:moveTo>
                  <a:pt x="1959838" y="151523"/>
                </a:moveTo>
                <a:lnTo>
                  <a:pt x="1955850" y="109588"/>
                </a:lnTo>
                <a:lnTo>
                  <a:pt x="1929168" y="55118"/>
                </a:lnTo>
                <a:lnTo>
                  <a:pt x="1897608" y="24511"/>
                </a:lnTo>
                <a:lnTo>
                  <a:pt x="1858098" y="6146"/>
                </a:lnTo>
                <a:lnTo>
                  <a:pt x="1845195" y="4483"/>
                </a:lnTo>
                <a:lnTo>
                  <a:pt x="1845195" y="365633"/>
                </a:lnTo>
                <a:lnTo>
                  <a:pt x="1843125" y="381025"/>
                </a:lnTo>
                <a:lnTo>
                  <a:pt x="1812061" y="419544"/>
                </a:lnTo>
                <a:lnTo>
                  <a:pt x="1754466" y="433489"/>
                </a:lnTo>
                <a:lnTo>
                  <a:pt x="1717548" y="434416"/>
                </a:lnTo>
                <a:lnTo>
                  <a:pt x="1501571" y="434416"/>
                </a:lnTo>
                <a:lnTo>
                  <a:pt x="1461744" y="431139"/>
                </a:lnTo>
                <a:lnTo>
                  <a:pt x="1433830" y="401967"/>
                </a:lnTo>
                <a:lnTo>
                  <a:pt x="1431467" y="381025"/>
                </a:lnTo>
                <a:lnTo>
                  <a:pt x="1431582" y="365633"/>
                </a:lnTo>
                <a:lnTo>
                  <a:pt x="1431734" y="356679"/>
                </a:lnTo>
                <a:lnTo>
                  <a:pt x="1431975" y="336867"/>
                </a:lnTo>
                <a:lnTo>
                  <a:pt x="1432052" y="325297"/>
                </a:lnTo>
                <a:lnTo>
                  <a:pt x="1432166" y="159461"/>
                </a:lnTo>
                <a:lnTo>
                  <a:pt x="1432560" y="151523"/>
                </a:lnTo>
                <a:lnTo>
                  <a:pt x="1457744" y="114846"/>
                </a:lnTo>
                <a:lnTo>
                  <a:pt x="1501381" y="109588"/>
                </a:lnTo>
                <a:lnTo>
                  <a:pt x="1747672" y="109588"/>
                </a:lnTo>
                <a:lnTo>
                  <a:pt x="1788960" y="110744"/>
                </a:lnTo>
                <a:lnTo>
                  <a:pt x="1830819" y="127469"/>
                </a:lnTo>
                <a:lnTo>
                  <a:pt x="1838096" y="148437"/>
                </a:lnTo>
                <a:lnTo>
                  <a:pt x="1837258" y="156514"/>
                </a:lnTo>
                <a:lnTo>
                  <a:pt x="1799259" y="184785"/>
                </a:lnTo>
                <a:lnTo>
                  <a:pt x="1741512" y="188074"/>
                </a:lnTo>
                <a:lnTo>
                  <a:pt x="1519313" y="188074"/>
                </a:lnTo>
                <a:lnTo>
                  <a:pt x="1503502" y="190614"/>
                </a:lnTo>
                <a:lnTo>
                  <a:pt x="1492224" y="198183"/>
                </a:lnTo>
                <a:lnTo>
                  <a:pt x="1485455" y="210820"/>
                </a:lnTo>
                <a:lnTo>
                  <a:pt x="1483194" y="228485"/>
                </a:lnTo>
                <a:lnTo>
                  <a:pt x="1483194" y="257175"/>
                </a:lnTo>
                <a:lnTo>
                  <a:pt x="1485455" y="274904"/>
                </a:lnTo>
                <a:lnTo>
                  <a:pt x="1492250" y="287540"/>
                </a:lnTo>
                <a:lnTo>
                  <a:pt x="1503578" y="295122"/>
                </a:lnTo>
                <a:lnTo>
                  <a:pt x="1519415" y="297649"/>
                </a:lnTo>
                <a:lnTo>
                  <a:pt x="1717687" y="297649"/>
                </a:lnTo>
                <a:lnTo>
                  <a:pt x="1747050" y="298030"/>
                </a:lnTo>
                <a:lnTo>
                  <a:pt x="1786013" y="301142"/>
                </a:lnTo>
                <a:lnTo>
                  <a:pt x="1832787" y="330669"/>
                </a:lnTo>
                <a:lnTo>
                  <a:pt x="1845195" y="365633"/>
                </a:lnTo>
                <a:lnTo>
                  <a:pt x="1845195" y="4483"/>
                </a:lnTo>
                <a:lnTo>
                  <a:pt x="1810651" y="25"/>
                </a:lnTo>
                <a:lnTo>
                  <a:pt x="1356017" y="25"/>
                </a:lnTo>
                <a:lnTo>
                  <a:pt x="1322946" y="20904"/>
                </a:lnTo>
                <a:lnTo>
                  <a:pt x="1320698" y="35026"/>
                </a:lnTo>
                <a:lnTo>
                  <a:pt x="1320698" y="508990"/>
                </a:lnTo>
                <a:lnTo>
                  <a:pt x="1341780" y="541718"/>
                </a:lnTo>
                <a:lnTo>
                  <a:pt x="1356017" y="543928"/>
                </a:lnTo>
                <a:lnTo>
                  <a:pt x="1783943" y="543928"/>
                </a:lnTo>
                <a:lnTo>
                  <a:pt x="1839137" y="536054"/>
                </a:lnTo>
                <a:lnTo>
                  <a:pt x="1901964" y="500773"/>
                </a:lnTo>
                <a:lnTo>
                  <a:pt x="1934108" y="464502"/>
                </a:lnTo>
                <a:lnTo>
                  <a:pt x="1953399" y="421132"/>
                </a:lnTo>
                <a:lnTo>
                  <a:pt x="1959838" y="370649"/>
                </a:lnTo>
                <a:lnTo>
                  <a:pt x="1959724" y="356679"/>
                </a:lnTo>
                <a:lnTo>
                  <a:pt x="1954339" y="313918"/>
                </a:lnTo>
                <a:lnTo>
                  <a:pt x="1946427" y="292417"/>
                </a:lnTo>
                <a:lnTo>
                  <a:pt x="1940775" y="275285"/>
                </a:lnTo>
                <a:lnTo>
                  <a:pt x="1937385" y="262521"/>
                </a:lnTo>
                <a:lnTo>
                  <a:pt x="1936254" y="254114"/>
                </a:lnTo>
                <a:lnTo>
                  <a:pt x="1936254" y="245833"/>
                </a:lnTo>
                <a:lnTo>
                  <a:pt x="1937816" y="237794"/>
                </a:lnTo>
                <a:lnTo>
                  <a:pt x="1940979" y="230035"/>
                </a:lnTo>
                <a:lnTo>
                  <a:pt x="1949234" y="210273"/>
                </a:lnTo>
                <a:lnTo>
                  <a:pt x="1955126" y="190601"/>
                </a:lnTo>
                <a:lnTo>
                  <a:pt x="1958657" y="171030"/>
                </a:lnTo>
                <a:lnTo>
                  <a:pt x="1959838" y="151523"/>
                </a:lnTo>
                <a:close/>
              </a:path>
              <a:path w="5393055" h="549909">
                <a:moveTo>
                  <a:pt x="2636659" y="469125"/>
                </a:moveTo>
                <a:lnTo>
                  <a:pt x="2615069" y="436638"/>
                </a:lnTo>
                <a:lnTo>
                  <a:pt x="2601328" y="434416"/>
                </a:lnTo>
                <a:lnTo>
                  <a:pt x="2032850" y="434416"/>
                </a:lnTo>
                <a:lnTo>
                  <a:pt x="1999780" y="455117"/>
                </a:lnTo>
                <a:lnTo>
                  <a:pt x="1997506" y="469125"/>
                </a:lnTo>
                <a:lnTo>
                  <a:pt x="1997506" y="509231"/>
                </a:lnTo>
                <a:lnTo>
                  <a:pt x="2018614" y="541731"/>
                </a:lnTo>
                <a:lnTo>
                  <a:pt x="2032850" y="543941"/>
                </a:lnTo>
                <a:lnTo>
                  <a:pt x="2601328" y="543941"/>
                </a:lnTo>
                <a:lnTo>
                  <a:pt x="2634399" y="522719"/>
                </a:lnTo>
                <a:lnTo>
                  <a:pt x="2636659" y="509231"/>
                </a:lnTo>
                <a:lnTo>
                  <a:pt x="2636659" y="469125"/>
                </a:lnTo>
                <a:close/>
              </a:path>
              <a:path w="5393055" h="549909">
                <a:moveTo>
                  <a:pt x="2636659" y="222250"/>
                </a:moveTo>
                <a:lnTo>
                  <a:pt x="2615069" y="190220"/>
                </a:lnTo>
                <a:lnTo>
                  <a:pt x="2601328" y="188087"/>
                </a:lnTo>
                <a:lnTo>
                  <a:pt x="2032850" y="188087"/>
                </a:lnTo>
                <a:lnTo>
                  <a:pt x="1999780" y="208241"/>
                </a:lnTo>
                <a:lnTo>
                  <a:pt x="1997506" y="222250"/>
                </a:lnTo>
                <a:lnTo>
                  <a:pt x="1997506" y="262674"/>
                </a:lnTo>
                <a:lnTo>
                  <a:pt x="2018614" y="295427"/>
                </a:lnTo>
                <a:lnTo>
                  <a:pt x="2032850" y="297662"/>
                </a:lnTo>
                <a:lnTo>
                  <a:pt x="2601328" y="297662"/>
                </a:lnTo>
                <a:lnTo>
                  <a:pt x="2634399" y="276250"/>
                </a:lnTo>
                <a:lnTo>
                  <a:pt x="2636659" y="262674"/>
                </a:lnTo>
                <a:lnTo>
                  <a:pt x="2636659" y="222250"/>
                </a:lnTo>
                <a:close/>
              </a:path>
              <a:path w="5393055" h="549909">
                <a:moveTo>
                  <a:pt x="3313506" y="146113"/>
                </a:moveTo>
                <a:lnTo>
                  <a:pt x="3306368" y="97955"/>
                </a:lnTo>
                <a:lnTo>
                  <a:pt x="3282772" y="55118"/>
                </a:lnTo>
                <a:lnTo>
                  <a:pt x="3251225" y="24511"/>
                </a:lnTo>
                <a:lnTo>
                  <a:pt x="3211728" y="6146"/>
                </a:lnTo>
                <a:lnTo>
                  <a:pt x="3164306" y="25"/>
                </a:lnTo>
                <a:lnTo>
                  <a:pt x="2709634" y="25"/>
                </a:lnTo>
                <a:lnTo>
                  <a:pt x="2676563" y="20904"/>
                </a:lnTo>
                <a:lnTo>
                  <a:pt x="2674289" y="35026"/>
                </a:lnTo>
                <a:lnTo>
                  <a:pt x="2674289" y="508990"/>
                </a:lnTo>
                <a:lnTo>
                  <a:pt x="2695397" y="541718"/>
                </a:lnTo>
                <a:lnTo>
                  <a:pt x="2709634" y="543928"/>
                </a:lnTo>
                <a:lnTo>
                  <a:pt x="2750477" y="543928"/>
                </a:lnTo>
                <a:lnTo>
                  <a:pt x="2785770" y="520382"/>
                </a:lnTo>
                <a:lnTo>
                  <a:pt x="2785821" y="330949"/>
                </a:lnTo>
                <a:lnTo>
                  <a:pt x="2786596" y="157022"/>
                </a:lnTo>
                <a:lnTo>
                  <a:pt x="2812123" y="114846"/>
                </a:lnTo>
                <a:lnTo>
                  <a:pt x="2855709" y="109588"/>
                </a:lnTo>
                <a:lnTo>
                  <a:pt x="3101479" y="109588"/>
                </a:lnTo>
                <a:lnTo>
                  <a:pt x="3142704" y="110744"/>
                </a:lnTo>
                <a:lnTo>
                  <a:pt x="3184474" y="127469"/>
                </a:lnTo>
                <a:lnTo>
                  <a:pt x="3191738" y="148437"/>
                </a:lnTo>
                <a:lnTo>
                  <a:pt x="3190900" y="156514"/>
                </a:lnTo>
                <a:lnTo>
                  <a:pt x="3152864" y="184785"/>
                </a:lnTo>
                <a:lnTo>
                  <a:pt x="3095193" y="188074"/>
                </a:lnTo>
                <a:lnTo>
                  <a:pt x="2872956" y="188074"/>
                </a:lnTo>
                <a:lnTo>
                  <a:pt x="2857144" y="190601"/>
                </a:lnTo>
                <a:lnTo>
                  <a:pt x="2845854" y="198183"/>
                </a:lnTo>
                <a:lnTo>
                  <a:pt x="2839097" y="210820"/>
                </a:lnTo>
                <a:lnTo>
                  <a:pt x="2836849" y="228485"/>
                </a:lnTo>
                <a:lnTo>
                  <a:pt x="2836849" y="261099"/>
                </a:lnTo>
                <a:lnTo>
                  <a:pt x="2849664" y="307428"/>
                </a:lnTo>
                <a:lnTo>
                  <a:pt x="2887446" y="342379"/>
                </a:lnTo>
                <a:lnTo>
                  <a:pt x="2963621" y="405307"/>
                </a:lnTo>
                <a:lnTo>
                  <a:pt x="3107525" y="523417"/>
                </a:lnTo>
                <a:lnTo>
                  <a:pt x="3144812" y="541655"/>
                </a:lnTo>
                <a:lnTo>
                  <a:pt x="3162744" y="543928"/>
                </a:lnTo>
                <a:lnTo>
                  <a:pt x="3259302" y="543928"/>
                </a:lnTo>
                <a:lnTo>
                  <a:pt x="3272002" y="543102"/>
                </a:lnTo>
                <a:lnTo>
                  <a:pt x="3281083" y="540639"/>
                </a:lnTo>
                <a:lnTo>
                  <a:pt x="3286531" y="536536"/>
                </a:lnTo>
                <a:lnTo>
                  <a:pt x="3288347" y="530771"/>
                </a:lnTo>
                <a:lnTo>
                  <a:pt x="3288347" y="524014"/>
                </a:lnTo>
                <a:lnTo>
                  <a:pt x="3286239" y="518299"/>
                </a:lnTo>
                <a:lnTo>
                  <a:pt x="3282061" y="513613"/>
                </a:lnTo>
                <a:lnTo>
                  <a:pt x="3112490" y="372986"/>
                </a:lnTo>
                <a:lnTo>
                  <a:pt x="3092539" y="357809"/>
                </a:lnTo>
                <a:lnTo>
                  <a:pt x="3078289" y="344055"/>
                </a:lnTo>
                <a:lnTo>
                  <a:pt x="3069742" y="331762"/>
                </a:lnTo>
                <a:lnTo>
                  <a:pt x="3066897" y="320954"/>
                </a:lnTo>
                <a:lnTo>
                  <a:pt x="3066897" y="319392"/>
                </a:lnTo>
                <a:lnTo>
                  <a:pt x="3121837" y="299021"/>
                </a:lnTo>
                <a:lnTo>
                  <a:pt x="3142183" y="298513"/>
                </a:lnTo>
                <a:lnTo>
                  <a:pt x="3188881" y="295046"/>
                </a:lnTo>
                <a:lnTo>
                  <a:pt x="3258274" y="266344"/>
                </a:lnTo>
                <a:lnTo>
                  <a:pt x="3288944" y="235470"/>
                </a:lnTo>
                <a:lnTo>
                  <a:pt x="3307359" y="197192"/>
                </a:lnTo>
                <a:lnTo>
                  <a:pt x="3313506" y="151523"/>
                </a:lnTo>
                <a:lnTo>
                  <a:pt x="3313506" y="146113"/>
                </a:lnTo>
                <a:close/>
              </a:path>
              <a:path w="5393055" h="549909">
                <a:moveTo>
                  <a:pt x="3990390" y="35026"/>
                </a:moveTo>
                <a:lnTo>
                  <a:pt x="3969258" y="2286"/>
                </a:lnTo>
                <a:lnTo>
                  <a:pt x="3955059" y="25"/>
                </a:lnTo>
                <a:lnTo>
                  <a:pt x="3386582" y="25"/>
                </a:lnTo>
                <a:lnTo>
                  <a:pt x="3353473" y="20904"/>
                </a:lnTo>
                <a:lnTo>
                  <a:pt x="3351199" y="35026"/>
                </a:lnTo>
                <a:lnTo>
                  <a:pt x="3351199" y="74587"/>
                </a:lnTo>
                <a:lnTo>
                  <a:pt x="3372828" y="107353"/>
                </a:lnTo>
                <a:lnTo>
                  <a:pt x="3386582" y="109588"/>
                </a:lnTo>
                <a:lnTo>
                  <a:pt x="3545179" y="109588"/>
                </a:lnTo>
                <a:lnTo>
                  <a:pt x="3562096" y="110083"/>
                </a:lnTo>
                <a:lnTo>
                  <a:pt x="3603561" y="123863"/>
                </a:lnTo>
                <a:lnTo>
                  <a:pt x="3615042" y="179552"/>
                </a:lnTo>
                <a:lnTo>
                  <a:pt x="3615042" y="508990"/>
                </a:lnTo>
                <a:lnTo>
                  <a:pt x="3615652" y="517347"/>
                </a:lnTo>
                <a:lnTo>
                  <a:pt x="3650361" y="543928"/>
                </a:lnTo>
                <a:lnTo>
                  <a:pt x="3691217" y="543928"/>
                </a:lnTo>
                <a:lnTo>
                  <a:pt x="3724300" y="522592"/>
                </a:lnTo>
                <a:lnTo>
                  <a:pt x="3726650" y="170929"/>
                </a:lnTo>
                <a:lnTo>
                  <a:pt x="3726929" y="162991"/>
                </a:lnTo>
                <a:lnTo>
                  <a:pt x="3740200" y="121399"/>
                </a:lnTo>
                <a:lnTo>
                  <a:pt x="3796411" y="109588"/>
                </a:lnTo>
                <a:lnTo>
                  <a:pt x="3955059" y="109588"/>
                </a:lnTo>
                <a:lnTo>
                  <a:pt x="3963174" y="108966"/>
                </a:lnTo>
                <a:lnTo>
                  <a:pt x="3989819" y="81686"/>
                </a:lnTo>
                <a:lnTo>
                  <a:pt x="3990390" y="74587"/>
                </a:lnTo>
                <a:lnTo>
                  <a:pt x="3990390" y="35026"/>
                </a:lnTo>
                <a:close/>
              </a:path>
              <a:path w="5393055" h="549909">
                <a:moveTo>
                  <a:pt x="4667148" y="469125"/>
                </a:moveTo>
                <a:lnTo>
                  <a:pt x="4645545" y="436638"/>
                </a:lnTo>
                <a:lnTo>
                  <a:pt x="4631791" y="434416"/>
                </a:lnTo>
                <a:lnTo>
                  <a:pt x="4063327" y="434416"/>
                </a:lnTo>
                <a:lnTo>
                  <a:pt x="4030243" y="455117"/>
                </a:lnTo>
                <a:lnTo>
                  <a:pt x="4027982" y="469125"/>
                </a:lnTo>
                <a:lnTo>
                  <a:pt x="4027982" y="509231"/>
                </a:lnTo>
                <a:lnTo>
                  <a:pt x="4049077" y="541731"/>
                </a:lnTo>
                <a:lnTo>
                  <a:pt x="4063327" y="543941"/>
                </a:lnTo>
                <a:lnTo>
                  <a:pt x="4631791" y="543941"/>
                </a:lnTo>
                <a:lnTo>
                  <a:pt x="4664875" y="522719"/>
                </a:lnTo>
                <a:lnTo>
                  <a:pt x="4667148" y="509231"/>
                </a:lnTo>
                <a:lnTo>
                  <a:pt x="4667148" y="469125"/>
                </a:lnTo>
                <a:close/>
              </a:path>
              <a:path w="5393055" h="549909">
                <a:moveTo>
                  <a:pt x="4667148" y="222250"/>
                </a:moveTo>
                <a:lnTo>
                  <a:pt x="4645545" y="190220"/>
                </a:lnTo>
                <a:lnTo>
                  <a:pt x="4631791" y="188087"/>
                </a:lnTo>
                <a:lnTo>
                  <a:pt x="4063327" y="188087"/>
                </a:lnTo>
                <a:lnTo>
                  <a:pt x="4030243" y="208241"/>
                </a:lnTo>
                <a:lnTo>
                  <a:pt x="4027982" y="222250"/>
                </a:lnTo>
                <a:lnTo>
                  <a:pt x="4027982" y="262674"/>
                </a:lnTo>
                <a:lnTo>
                  <a:pt x="4049077" y="295427"/>
                </a:lnTo>
                <a:lnTo>
                  <a:pt x="4063327" y="297662"/>
                </a:lnTo>
                <a:lnTo>
                  <a:pt x="4631791" y="297662"/>
                </a:lnTo>
                <a:lnTo>
                  <a:pt x="4664875" y="276250"/>
                </a:lnTo>
                <a:lnTo>
                  <a:pt x="4667148" y="262674"/>
                </a:lnTo>
                <a:lnTo>
                  <a:pt x="4667148" y="222250"/>
                </a:lnTo>
                <a:close/>
              </a:path>
              <a:path w="5393055" h="549909">
                <a:moveTo>
                  <a:pt x="5392699" y="261886"/>
                </a:moveTo>
                <a:lnTo>
                  <a:pt x="5381688" y="188074"/>
                </a:lnTo>
                <a:lnTo>
                  <a:pt x="5367934" y="152336"/>
                </a:lnTo>
                <a:lnTo>
                  <a:pt x="5348668" y="117360"/>
                </a:lnTo>
                <a:lnTo>
                  <a:pt x="5341874" y="109575"/>
                </a:lnTo>
                <a:lnTo>
                  <a:pt x="5311813" y="75120"/>
                </a:lnTo>
                <a:lnTo>
                  <a:pt x="5278044" y="47879"/>
                </a:lnTo>
                <a:lnTo>
                  <a:pt x="5278044" y="270421"/>
                </a:lnTo>
                <a:lnTo>
                  <a:pt x="5278044" y="279781"/>
                </a:lnTo>
                <a:lnTo>
                  <a:pt x="5271922" y="311035"/>
                </a:lnTo>
                <a:lnTo>
                  <a:pt x="5262943" y="333362"/>
                </a:lnTo>
                <a:lnTo>
                  <a:pt x="5251120" y="346773"/>
                </a:lnTo>
                <a:lnTo>
                  <a:pt x="5236464" y="351243"/>
                </a:lnTo>
                <a:lnTo>
                  <a:pt x="5228869" y="351243"/>
                </a:lnTo>
                <a:lnTo>
                  <a:pt x="5226228" y="350735"/>
                </a:lnTo>
                <a:lnTo>
                  <a:pt x="5223116" y="349681"/>
                </a:lnTo>
                <a:lnTo>
                  <a:pt x="5207165" y="341871"/>
                </a:lnTo>
                <a:lnTo>
                  <a:pt x="5193068" y="336270"/>
                </a:lnTo>
                <a:lnTo>
                  <a:pt x="5180838" y="332905"/>
                </a:lnTo>
                <a:lnTo>
                  <a:pt x="5170475" y="331787"/>
                </a:lnTo>
                <a:lnTo>
                  <a:pt x="5086489" y="331787"/>
                </a:lnTo>
                <a:lnTo>
                  <a:pt x="5076710" y="332867"/>
                </a:lnTo>
                <a:lnTo>
                  <a:pt x="5069395" y="336092"/>
                </a:lnTo>
                <a:lnTo>
                  <a:pt x="5064544" y="341490"/>
                </a:lnTo>
                <a:lnTo>
                  <a:pt x="5062169" y="349046"/>
                </a:lnTo>
                <a:lnTo>
                  <a:pt x="5062169" y="351612"/>
                </a:lnTo>
                <a:lnTo>
                  <a:pt x="5063134" y="356057"/>
                </a:lnTo>
                <a:lnTo>
                  <a:pt x="5065242" y="362356"/>
                </a:lnTo>
                <a:lnTo>
                  <a:pt x="5077968" y="377088"/>
                </a:lnTo>
                <a:lnTo>
                  <a:pt x="5087061" y="389953"/>
                </a:lnTo>
                <a:lnTo>
                  <a:pt x="5092522" y="400951"/>
                </a:lnTo>
                <a:lnTo>
                  <a:pt x="5094338" y="410108"/>
                </a:lnTo>
                <a:lnTo>
                  <a:pt x="5093271" y="414794"/>
                </a:lnTo>
                <a:lnTo>
                  <a:pt x="5054968" y="433451"/>
                </a:lnTo>
                <a:lnTo>
                  <a:pt x="5029949" y="434378"/>
                </a:lnTo>
                <a:lnTo>
                  <a:pt x="5013147" y="434289"/>
                </a:lnTo>
                <a:lnTo>
                  <a:pt x="4973358" y="432816"/>
                </a:lnTo>
                <a:lnTo>
                  <a:pt x="4943526" y="427367"/>
                </a:lnTo>
                <a:lnTo>
                  <a:pt x="4934724" y="425716"/>
                </a:lnTo>
                <a:lnTo>
                  <a:pt x="4887049" y="400888"/>
                </a:lnTo>
                <a:lnTo>
                  <a:pt x="4856810" y="371538"/>
                </a:lnTo>
                <a:lnTo>
                  <a:pt x="4822241" y="307276"/>
                </a:lnTo>
                <a:lnTo>
                  <a:pt x="4817910" y="272376"/>
                </a:lnTo>
                <a:lnTo>
                  <a:pt x="4818862" y="256717"/>
                </a:lnTo>
                <a:lnTo>
                  <a:pt x="4832883" y="208508"/>
                </a:lnTo>
                <a:lnTo>
                  <a:pt x="4871136" y="156921"/>
                </a:lnTo>
                <a:lnTo>
                  <a:pt x="4923155" y="123609"/>
                </a:lnTo>
                <a:lnTo>
                  <a:pt x="4962804" y="113080"/>
                </a:lnTo>
                <a:lnTo>
                  <a:pt x="5044084" y="109575"/>
                </a:lnTo>
                <a:lnTo>
                  <a:pt x="5080203" y="109575"/>
                </a:lnTo>
                <a:lnTo>
                  <a:pt x="5120589" y="111607"/>
                </a:lnTo>
                <a:lnTo>
                  <a:pt x="5184597" y="127914"/>
                </a:lnTo>
                <a:lnTo>
                  <a:pt x="5238775" y="171500"/>
                </a:lnTo>
                <a:lnTo>
                  <a:pt x="5273675" y="235623"/>
                </a:lnTo>
                <a:lnTo>
                  <a:pt x="5278044" y="270421"/>
                </a:lnTo>
                <a:lnTo>
                  <a:pt x="5278044" y="47879"/>
                </a:lnTo>
                <a:lnTo>
                  <a:pt x="5271071" y="42252"/>
                </a:lnTo>
                <a:lnTo>
                  <a:pt x="5226418" y="18783"/>
                </a:lnTo>
                <a:lnTo>
                  <a:pt x="5177879" y="4686"/>
                </a:lnTo>
                <a:lnTo>
                  <a:pt x="5125440" y="0"/>
                </a:lnTo>
                <a:lnTo>
                  <a:pt x="4972139" y="0"/>
                </a:lnTo>
                <a:lnTo>
                  <a:pt x="4926203" y="3683"/>
                </a:lnTo>
                <a:lnTo>
                  <a:pt x="4882731" y="14770"/>
                </a:lnTo>
                <a:lnTo>
                  <a:pt x="4841697" y="33223"/>
                </a:lnTo>
                <a:lnTo>
                  <a:pt x="4803114" y="59067"/>
                </a:lnTo>
                <a:lnTo>
                  <a:pt x="4767758" y="94132"/>
                </a:lnTo>
                <a:lnTo>
                  <a:pt x="4740249" y="132181"/>
                </a:lnTo>
                <a:lnTo>
                  <a:pt x="4720602" y="173215"/>
                </a:lnTo>
                <a:lnTo>
                  <a:pt x="4708817" y="217208"/>
                </a:lnTo>
                <a:lnTo>
                  <a:pt x="4704880" y="264172"/>
                </a:lnTo>
                <a:lnTo>
                  <a:pt x="4704880" y="279781"/>
                </a:lnTo>
                <a:lnTo>
                  <a:pt x="4708614" y="325170"/>
                </a:lnTo>
                <a:lnTo>
                  <a:pt x="4719802" y="368147"/>
                </a:lnTo>
                <a:lnTo>
                  <a:pt x="4738446" y="408686"/>
                </a:lnTo>
                <a:lnTo>
                  <a:pt x="4764544" y="446760"/>
                </a:lnTo>
                <a:lnTo>
                  <a:pt x="4799965" y="481761"/>
                </a:lnTo>
                <a:lnTo>
                  <a:pt x="4838395" y="508977"/>
                </a:lnTo>
                <a:lnTo>
                  <a:pt x="4879860" y="528408"/>
                </a:lnTo>
                <a:lnTo>
                  <a:pt x="4924349" y="540067"/>
                </a:lnTo>
                <a:lnTo>
                  <a:pt x="4971847" y="543941"/>
                </a:lnTo>
                <a:lnTo>
                  <a:pt x="5096624" y="543941"/>
                </a:lnTo>
                <a:lnTo>
                  <a:pt x="5132997" y="526846"/>
                </a:lnTo>
                <a:lnTo>
                  <a:pt x="5135905" y="524611"/>
                </a:lnTo>
                <a:lnTo>
                  <a:pt x="5138801" y="522516"/>
                </a:lnTo>
                <a:lnTo>
                  <a:pt x="5147526" y="517906"/>
                </a:lnTo>
                <a:lnTo>
                  <a:pt x="5159616" y="514883"/>
                </a:lnTo>
                <a:lnTo>
                  <a:pt x="5173929" y="516534"/>
                </a:lnTo>
                <a:lnTo>
                  <a:pt x="5189283" y="525983"/>
                </a:lnTo>
                <a:lnTo>
                  <a:pt x="5196281" y="531215"/>
                </a:lnTo>
                <a:lnTo>
                  <a:pt x="5203380" y="536130"/>
                </a:lnTo>
                <a:lnTo>
                  <a:pt x="5210543" y="540778"/>
                </a:lnTo>
                <a:lnTo>
                  <a:pt x="5217757" y="545223"/>
                </a:lnTo>
                <a:lnTo>
                  <a:pt x="5225999" y="548005"/>
                </a:lnTo>
                <a:lnTo>
                  <a:pt x="5233238" y="549617"/>
                </a:lnTo>
                <a:lnTo>
                  <a:pt x="5323141" y="549617"/>
                </a:lnTo>
                <a:lnTo>
                  <a:pt x="5332908" y="548538"/>
                </a:lnTo>
                <a:lnTo>
                  <a:pt x="5340223" y="545299"/>
                </a:lnTo>
                <a:lnTo>
                  <a:pt x="5345074" y="539902"/>
                </a:lnTo>
                <a:lnTo>
                  <a:pt x="5347449" y="532358"/>
                </a:lnTo>
                <a:lnTo>
                  <a:pt x="5347322" y="525983"/>
                </a:lnTo>
                <a:lnTo>
                  <a:pt x="5347208" y="522516"/>
                </a:lnTo>
                <a:lnTo>
                  <a:pt x="5344325" y="519049"/>
                </a:lnTo>
                <a:lnTo>
                  <a:pt x="5340731" y="514883"/>
                </a:lnTo>
                <a:lnTo>
                  <a:pt x="5331638" y="504329"/>
                </a:lnTo>
                <a:lnTo>
                  <a:pt x="5322557" y="491451"/>
                </a:lnTo>
                <a:lnTo>
                  <a:pt x="5317109" y="480441"/>
                </a:lnTo>
                <a:lnTo>
                  <a:pt x="5315293" y="471284"/>
                </a:lnTo>
                <a:lnTo>
                  <a:pt x="5316410" y="466598"/>
                </a:lnTo>
                <a:lnTo>
                  <a:pt x="5317375" y="463473"/>
                </a:lnTo>
                <a:lnTo>
                  <a:pt x="5318493" y="461873"/>
                </a:lnTo>
                <a:lnTo>
                  <a:pt x="5318645" y="461149"/>
                </a:lnTo>
                <a:lnTo>
                  <a:pt x="5319192" y="460552"/>
                </a:lnTo>
                <a:lnTo>
                  <a:pt x="5319623" y="459879"/>
                </a:lnTo>
                <a:lnTo>
                  <a:pt x="5320843" y="458609"/>
                </a:lnTo>
                <a:lnTo>
                  <a:pt x="5322151" y="457288"/>
                </a:lnTo>
                <a:lnTo>
                  <a:pt x="5323332" y="455980"/>
                </a:lnTo>
                <a:lnTo>
                  <a:pt x="5326050" y="453047"/>
                </a:lnTo>
                <a:lnTo>
                  <a:pt x="5358193" y="410057"/>
                </a:lnTo>
                <a:lnTo>
                  <a:pt x="5377358" y="370141"/>
                </a:lnTo>
                <a:lnTo>
                  <a:pt x="5382450" y="351243"/>
                </a:lnTo>
                <a:lnTo>
                  <a:pt x="5388851" y="327494"/>
                </a:lnTo>
                <a:lnTo>
                  <a:pt x="5392699" y="282117"/>
                </a:lnTo>
                <a:lnTo>
                  <a:pt x="5392699" y="261886"/>
                </a:lnTo>
                <a:close/>
              </a:path>
            </a:pathLst>
          </a:custGeom>
          <a:solidFill>
            <a:srgbClr val="F6883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FE6B3A7-3128-4B36-436C-C558EDA61A0B}"/>
              </a:ext>
            </a:extLst>
          </p:cNvPr>
          <p:cNvSpPr/>
          <p:nvPr/>
        </p:nvSpPr>
        <p:spPr>
          <a:xfrm>
            <a:off x="7542429" y="3637336"/>
            <a:ext cx="186371" cy="182906"/>
          </a:xfrm>
          <a:custGeom>
            <a:avLst/>
            <a:gdLst/>
            <a:ahLst/>
            <a:cxnLst/>
            <a:rect l="l" t="t" r="r" b="b"/>
            <a:pathLst>
              <a:path w="307340" h="301625">
                <a:moveTo>
                  <a:pt x="154286" y="0"/>
                </a:moveTo>
                <a:lnTo>
                  <a:pt x="108170" y="6573"/>
                </a:lnTo>
                <a:lnTo>
                  <a:pt x="67488" y="25551"/>
                </a:lnTo>
                <a:lnTo>
                  <a:pt x="35017" y="54415"/>
                </a:lnTo>
                <a:lnTo>
                  <a:pt x="12039" y="91620"/>
                </a:lnTo>
                <a:lnTo>
                  <a:pt x="722" y="135308"/>
                </a:lnTo>
                <a:lnTo>
                  <a:pt x="0" y="151723"/>
                </a:lnTo>
                <a:lnTo>
                  <a:pt x="687" y="167149"/>
                </a:lnTo>
                <a:lnTo>
                  <a:pt x="11474" y="211627"/>
                </a:lnTo>
                <a:lnTo>
                  <a:pt x="33733" y="248694"/>
                </a:lnTo>
                <a:lnTo>
                  <a:pt x="65678" y="276818"/>
                </a:lnTo>
                <a:lnTo>
                  <a:pt x="106100" y="295216"/>
                </a:lnTo>
                <a:lnTo>
                  <a:pt x="152799" y="301582"/>
                </a:lnTo>
                <a:lnTo>
                  <a:pt x="168687" y="300852"/>
                </a:lnTo>
                <a:lnTo>
                  <a:pt x="213269" y="289896"/>
                </a:lnTo>
                <a:lnTo>
                  <a:pt x="251384" y="267460"/>
                </a:lnTo>
                <a:lnTo>
                  <a:pt x="255978" y="263374"/>
                </a:lnTo>
                <a:lnTo>
                  <a:pt x="153176" y="263374"/>
                </a:lnTo>
                <a:lnTo>
                  <a:pt x="141383" y="262851"/>
                </a:lnTo>
                <a:lnTo>
                  <a:pt x="99619" y="250420"/>
                </a:lnTo>
                <a:lnTo>
                  <a:pt x="67748" y="223438"/>
                </a:lnTo>
                <a:lnTo>
                  <a:pt x="48339" y="184583"/>
                </a:lnTo>
                <a:lnTo>
                  <a:pt x="43782" y="148657"/>
                </a:lnTo>
                <a:lnTo>
                  <a:pt x="44244" y="138164"/>
                </a:lnTo>
                <a:lnTo>
                  <a:pt x="56118" y="96480"/>
                </a:lnTo>
                <a:lnTo>
                  <a:pt x="81755" y="63648"/>
                </a:lnTo>
                <a:lnTo>
                  <a:pt x="119246" y="43111"/>
                </a:lnTo>
                <a:lnTo>
                  <a:pt x="153920" y="38208"/>
                </a:lnTo>
                <a:lnTo>
                  <a:pt x="259245" y="38208"/>
                </a:lnTo>
                <a:lnTo>
                  <a:pt x="253414" y="33083"/>
                </a:lnTo>
                <a:lnTo>
                  <a:pt x="215677" y="11308"/>
                </a:lnTo>
                <a:lnTo>
                  <a:pt x="170639" y="706"/>
                </a:lnTo>
                <a:lnTo>
                  <a:pt x="154286" y="0"/>
                </a:lnTo>
                <a:close/>
              </a:path>
              <a:path w="307340" h="301625">
                <a:moveTo>
                  <a:pt x="259245" y="38208"/>
                </a:moveTo>
                <a:lnTo>
                  <a:pt x="153920" y="38208"/>
                </a:lnTo>
                <a:lnTo>
                  <a:pt x="165572" y="38728"/>
                </a:lnTo>
                <a:lnTo>
                  <a:pt x="176782" y="40291"/>
                </a:lnTo>
                <a:lnTo>
                  <a:pt x="216657" y="56616"/>
                </a:lnTo>
                <a:lnTo>
                  <a:pt x="245445" y="86710"/>
                </a:lnTo>
                <a:lnTo>
                  <a:pt x="261305" y="127886"/>
                </a:lnTo>
                <a:lnTo>
                  <a:pt x="263238" y="154309"/>
                </a:lnTo>
                <a:lnTo>
                  <a:pt x="262851" y="163206"/>
                </a:lnTo>
                <a:lnTo>
                  <a:pt x="250975" y="205124"/>
                </a:lnTo>
                <a:lnTo>
                  <a:pt x="225584" y="237927"/>
                </a:lnTo>
                <a:lnTo>
                  <a:pt x="187953" y="258470"/>
                </a:lnTo>
                <a:lnTo>
                  <a:pt x="153176" y="263374"/>
                </a:lnTo>
                <a:lnTo>
                  <a:pt x="255978" y="263374"/>
                </a:lnTo>
                <a:lnTo>
                  <a:pt x="288492" y="223137"/>
                </a:lnTo>
                <a:lnTo>
                  <a:pt x="304101" y="181069"/>
                </a:lnTo>
                <a:lnTo>
                  <a:pt x="307050" y="148657"/>
                </a:lnTo>
                <a:lnTo>
                  <a:pt x="306413" y="134223"/>
                </a:lnTo>
                <a:lnTo>
                  <a:pt x="295811" y="89944"/>
                </a:lnTo>
                <a:lnTo>
                  <a:pt x="273722" y="52882"/>
                </a:lnTo>
                <a:lnTo>
                  <a:pt x="264094" y="42469"/>
                </a:lnTo>
                <a:lnTo>
                  <a:pt x="259245" y="38208"/>
                </a:lnTo>
                <a:close/>
              </a:path>
              <a:path w="307340" h="301625">
                <a:moveTo>
                  <a:pt x="165909" y="67882"/>
                </a:moveTo>
                <a:lnTo>
                  <a:pt x="102843" y="67882"/>
                </a:lnTo>
                <a:lnTo>
                  <a:pt x="97775" y="69736"/>
                </a:lnTo>
                <a:lnTo>
                  <a:pt x="91346" y="77159"/>
                </a:lnTo>
                <a:lnTo>
                  <a:pt x="89744" y="82353"/>
                </a:lnTo>
                <a:lnTo>
                  <a:pt x="89744" y="219113"/>
                </a:lnTo>
                <a:lnTo>
                  <a:pt x="91346" y="221333"/>
                </a:lnTo>
                <a:lnTo>
                  <a:pt x="97775" y="223804"/>
                </a:lnTo>
                <a:lnTo>
                  <a:pt x="104215" y="224422"/>
                </a:lnTo>
                <a:lnTo>
                  <a:pt x="123010" y="224422"/>
                </a:lnTo>
                <a:lnTo>
                  <a:pt x="128999" y="223804"/>
                </a:lnTo>
                <a:lnTo>
                  <a:pt x="134685" y="221333"/>
                </a:lnTo>
                <a:lnTo>
                  <a:pt x="136109" y="219113"/>
                </a:lnTo>
                <a:lnTo>
                  <a:pt x="136109" y="168780"/>
                </a:lnTo>
                <a:lnTo>
                  <a:pt x="209031" y="168780"/>
                </a:lnTo>
                <a:lnTo>
                  <a:pt x="208567" y="168036"/>
                </a:lnTo>
                <a:lnTo>
                  <a:pt x="198683" y="159136"/>
                </a:lnTo>
                <a:lnTo>
                  <a:pt x="192987" y="156047"/>
                </a:lnTo>
                <a:lnTo>
                  <a:pt x="186568" y="154309"/>
                </a:lnTo>
                <a:lnTo>
                  <a:pt x="194134" y="151879"/>
                </a:lnTo>
                <a:lnTo>
                  <a:pt x="200891" y="148657"/>
                </a:lnTo>
                <a:lnTo>
                  <a:pt x="206837" y="144647"/>
                </a:lnTo>
                <a:lnTo>
                  <a:pt x="211970" y="139849"/>
                </a:lnTo>
                <a:lnTo>
                  <a:pt x="214447" y="136508"/>
                </a:lnTo>
                <a:lnTo>
                  <a:pt x="136109" y="136508"/>
                </a:lnTo>
                <a:lnTo>
                  <a:pt x="136109" y="101640"/>
                </a:lnTo>
                <a:lnTo>
                  <a:pt x="220771" y="101640"/>
                </a:lnTo>
                <a:lnTo>
                  <a:pt x="219698" y="97253"/>
                </a:lnTo>
                <a:lnTo>
                  <a:pt x="189720" y="71589"/>
                </a:lnTo>
                <a:lnTo>
                  <a:pt x="174129" y="68626"/>
                </a:lnTo>
                <a:lnTo>
                  <a:pt x="165909" y="67882"/>
                </a:lnTo>
                <a:close/>
              </a:path>
              <a:path w="307340" h="301625">
                <a:moveTo>
                  <a:pt x="209031" y="168780"/>
                </a:moveTo>
                <a:lnTo>
                  <a:pt x="150957" y="168780"/>
                </a:lnTo>
                <a:lnTo>
                  <a:pt x="155470" y="170204"/>
                </a:lnTo>
                <a:lnTo>
                  <a:pt x="161647" y="175889"/>
                </a:lnTo>
                <a:lnTo>
                  <a:pt x="164422" y="181512"/>
                </a:lnTo>
                <a:lnTo>
                  <a:pt x="166904" y="189920"/>
                </a:lnTo>
                <a:lnTo>
                  <a:pt x="173699" y="216380"/>
                </a:lnTo>
                <a:lnTo>
                  <a:pt x="174369" y="217993"/>
                </a:lnTo>
                <a:lnTo>
                  <a:pt x="194474" y="224422"/>
                </a:lnTo>
                <a:lnTo>
                  <a:pt x="205363" y="224422"/>
                </a:lnTo>
                <a:lnTo>
                  <a:pt x="225876" y="215522"/>
                </a:lnTo>
                <a:lnTo>
                  <a:pt x="225007" y="211312"/>
                </a:lnTo>
                <a:lnTo>
                  <a:pt x="223270" y="205097"/>
                </a:lnTo>
                <a:lnTo>
                  <a:pt x="215866" y="183250"/>
                </a:lnTo>
                <a:lnTo>
                  <a:pt x="212651" y="174591"/>
                </a:lnTo>
                <a:lnTo>
                  <a:pt x="209031" y="168780"/>
                </a:lnTo>
                <a:close/>
              </a:path>
              <a:path w="307340" h="301625">
                <a:moveTo>
                  <a:pt x="220771" y="101640"/>
                </a:moveTo>
                <a:lnTo>
                  <a:pt x="154045" y="101640"/>
                </a:lnTo>
                <a:lnTo>
                  <a:pt x="157564" y="102070"/>
                </a:lnTo>
                <a:lnTo>
                  <a:pt x="163249" y="103808"/>
                </a:lnTo>
                <a:lnTo>
                  <a:pt x="171720" y="116111"/>
                </a:lnTo>
                <a:lnTo>
                  <a:pt x="171720" y="123525"/>
                </a:lnTo>
                <a:lnTo>
                  <a:pt x="170118" y="127859"/>
                </a:lnTo>
                <a:lnTo>
                  <a:pt x="163679" y="134781"/>
                </a:lnTo>
                <a:lnTo>
                  <a:pt x="157878" y="136508"/>
                </a:lnTo>
                <a:lnTo>
                  <a:pt x="214447" y="136508"/>
                </a:lnTo>
                <a:lnTo>
                  <a:pt x="216131" y="134223"/>
                </a:lnTo>
                <a:lnTo>
                  <a:pt x="219077" y="127859"/>
                </a:lnTo>
                <a:lnTo>
                  <a:pt x="220845" y="120720"/>
                </a:lnTo>
                <a:lnTo>
                  <a:pt x="221349" y="113944"/>
                </a:lnTo>
                <a:lnTo>
                  <a:pt x="221300" y="103808"/>
                </a:lnTo>
                <a:lnTo>
                  <a:pt x="220771" y="101640"/>
                </a:lnTo>
                <a:close/>
              </a:path>
            </a:pathLst>
          </a:custGeom>
          <a:solidFill>
            <a:srgbClr val="F6883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15" name="object 7">
            <a:extLst>
              <a:ext uri="{FF2B5EF4-FFF2-40B4-BE49-F238E27FC236}">
                <a16:creationId xmlns:a16="http://schemas.microsoft.com/office/drawing/2014/main" id="{8E03AAE0-76AC-939E-BCC3-A94DC1A2244A}"/>
              </a:ext>
            </a:extLst>
          </p:cNvPr>
          <p:cNvGrpSpPr/>
          <p:nvPr/>
        </p:nvGrpSpPr>
        <p:grpSpPr>
          <a:xfrm>
            <a:off x="7701354" y="4904801"/>
            <a:ext cx="311902" cy="311902"/>
            <a:chOff x="12699414" y="8088392"/>
            <a:chExt cx="514350" cy="514350"/>
          </a:xfrm>
        </p:grpSpPr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9E830F81-1AC0-E2DF-1339-EFE3B16B3935}"/>
                </a:ext>
              </a:extLst>
            </p:cNvPr>
            <p:cNvSpPr/>
            <p:nvPr/>
          </p:nvSpPr>
          <p:spPr>
            <a:xfrm>
              <a:off x="12699414" y="808839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45" y="513879"/>
                  </a:moveTo>
                  <a:lnTo>
                    <a:pt x="210760" y="509740"/>
                  </a:lnTo>
                  <a:lnTo>
                    <a:pt x="167290" y="497805"/>
                  </a:lnTo>
                  <a:lnTo>
                    <a:pt x="127262" y="478800"/>
                  </a:lnTo>
                  <a:lnTo>
                    <a:pt x="91400" y="453451"/>
                  </a:lnTo>
                  <a:lnTo>
                    <a:pt x="60432" y="422483"/>
                  </a:lnTo>
                  <a:lnTo>
                    <a:pt x="35081" y="386621"/>
                  </a:lnTo>
                  <a:lnTo>
                    <a:pt x="16075" y="346593"/>
                  </a:lnTo>
                  <a:lnTo>
                    <a:pt x="4139" y="303122"/>
                  </a:lnTo>
                  <a:lnTo>
                    <a:pt x="0" y="256934"/>
                  </a:lnTo>
                  <a:lnTo>
                    <a:pt x="4139" y="210750"/>
                  </a:lnTo>
                  <a:lnTo>
                    <a:pt x="16075" y="167281"/>
                  </a:lnTo>
                  <a:lnTo>
                    <a:pt x="35081" y="127254"/>
                  </a:lnTo>
                  <a:lnTo>
                    <a:pt x="60432" y="91394"/>
                  </a:lnTo>
                  <a:lnTo>
                    <a:pt x="91400" y="60427"/>
                  </a:lnTo>
                  <a:lnTo>
                    <a:pt x="127262" y="35079"/>
                  </a:lnTo>
                  <a:lnTo>
                    <a:pt x="167290" y="16074"/>
                  </a:lnTo>
                  <a:lnTo>
                    <a:pt x="210760" y="4139"/>
                  </a:lnTo>
                  <a:lnTo>
                    <a:pt x="256945" y="0"/>
                  </a:lnTo>
                  <a:lnTo>
                    <a:pt x="303129" y="4139"/>
                  </a:lnTo>
                  <a:lnTo>
                    <a:pt x="346599" y="16074"/>
                  </a:lnTo>
                  <a:lnTo>
                    <a:pt x="386627" y="35079"/>
                  </a:lnTo>
                  <a:lnTo>
                    <a:pt x="422489" y="60427"/>
                  </a:lnTo>
                  <a:lnTo>
                    <a:pt x="453458" y="91394"/>
                  </a:lnTo>
                  <a:lnTo>
                    <a:pt x="478808" y="127254"/>
                  </a:lnTo>
                  <a:lnTo>
                    <a:pt x="497814" y="167281"/>
                  </a:lnTo>
                  <a:lnTo>
                    <a:pt x="509750" y="210750"/>
                  </a:lnTo>
                  <a:lnTo>
                    <a:pt x="513890" y="256934"/>
                  </a:lnTo>
                  <a:lnTo>
                    <a:pt x="509750" y="303122"/>
                  </a:lnTo>
                  <a:lnTo>
                    <a:pt x="497814" y="346593"/>
                  </a:lnTo>
                  <a:lnTo>
                    <a:pt x="478808" y="386621"/>
                  </a:lnTo>
                  <a:lnTo>
                    <a:pt x="453458" y="422483"/>
                  </a:lnTo>
                  <a:lnTo>
                    <a:pt x="422489" y="453451"/>
                  </a:lnTo>
                  <a:lnTo>
                    <a:pt x="386627" y="478800"/>
                  </a:lnTo>
                  <a:lnTo>
                    <a:pt x="346599" y="497805"/>
                  </a:lnTo>
                  <a:lnTo>
                    <a:pt x="303129" y="509740"/>
                  </a:lnTo>
                  <a:lnTo>
                    <a:pt x="256945" y="513879"/>
                  </a:lnTo>
                  <a:close/>
                </a:path>
              </a:pathLst>
            </a:custGeom>
            <a:ln w="15706">
              <a:solidFill>
                <a:srgbClr val="F68831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093E203F-3F7E-3BA3-F3FF-D14CA087D562}"/>
                </a:ext>
              </a:extLst>
            </p:cNvPr>
            <p:cNvSpPr/>
            <p:nvPr/>
          </p:nvSpPr>
          <p:spPr>
            <a:xfrm>
              <a:off x="12834760" y="8202161"/>
              <a:ext cx="63500" cy="257810"/>
            </a:xfrm>
            <a:custGeom>
              <a:avLst/>
              <a:gdLst/>
              <a:ahLst/>
              <a:cxnLst/>
              <a:rect l="l" t="t" r="r" b="b"/>
              <a:pathLst>
                <a:path w="63500" h="257809">
                  <a:moveTo>
                    <a:pt x="58229" y="85890"/>
                  </a:moveTo>
                  <a:lnTo>
                    <a:pt x="5054" y="85890"/>
                  </a:lnTo>
                  <a:lnTo>
                    <a:pt x="5054" y="257683"/>
                  </a:lnTo>
                  <a:lnTo>
                    <a:pt x="58229" y="257683"/>
                  </a:lnTo>
                  <a:lnTo>
                    <a:pt x="58229" y="85890"/>
                  </a:lnTo>
                  <a:close/>
                </a:path>
                <a:path w="63500" h="257809">
                  <a:moveTo>
                    <a:pt x="62877" y="31699"/>
                  </a:moveTo>
                  <a:lnTo>
                    <a:pt x="60413" y="19354"/>
                  </a:lnTo>
                  <a:lnTo>
                    <a:pt x="53670" y="9283"/>
                  </a:lnTo>
                  <a:lnTo>
                    <a:pt x="43675" y="2489"/>
                  </a:lnTo>
                  <a:lnTo>
                    <a:pt x="31445" y="0"/>
                  </a:lnTo>
                  <a:lnTo>
                    <a:pt x="19202" y="2489"/>
                  </a:lnTo>
                  <a:lnTo>
                    <a:pt x="9207" y="9283"/>
                  </a:lnTo>
                  <a:lnTo>
                    <a:pt x="2463" y="19354"/>
                  </a:lnTo>
                  <a:lnTo>
                    <a:pt x="0" y="31699"/>
                  </a:lnTo>
                  <a:lnTo>
                    <a:pt x="2463" y="44030"/>
                  </a:lnTo>
                  <a:lnTo>
                    <a:pt x="9207" y="54114"/>
                  </a:lnTo>
                  <a:lnTo>
                    <a:pt x="19202" y="60909"/>
                  </a:lnTo>
                  <a:lnTo>
                    <a:pt x="31445" y="63398"/>
                  </a:lnTo>
                  <a:lnTo>
                    <a:pt x="43675" y="60909"/>
                  </a:lnTo>
                  <a:lnTo>
                    <a:pt x="53670" y="54114"/>
                  </a:lnTo>
                  <a:lnTo>
                    <a:pt x="60413" y="44030"/>
                  </a:lnTo>
                  <a:lnTo>
                    <a:pt x="62877" y="31699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20" name="object 11">
            <a:extLst>
              <a:ext uri="{FF2B5EF4-FFF2-40B4-BE49-F238E27FC236}">
                <a16:creationId xmlns:a16="http://schemas.microsoft.com/office/drawing/2014/main" id="{3E2441B2-3DBF-83FD-4B84-474C3A7DB549}"/>
              </a:ext>
            </a:extLst>
          </p:cNvPr>
          <p:cNvGrpSpPr/>
          <p:nvPr/>
        </p:nvGrpSpPr>
        <p:grpSpPr>
          <a:xfrm>
            <a:off x="8147738" y="4900046"/>
            <a:ext cx="321529" cy="321144"/>
            <a:chOff x="13435517" y="8080539"/>
            <a:chExt cx="530225" cy="529590"/>
          </a:xfrm>
        </p:grpSpPr>
        <p:sp>
          <p:nvSpPr>
            <p:cNvPr id="21" name="object 12">
              <a:extLst>
                <a:ext uri="{FF2B5EF4-FFF2-40B4-BE49-F238E27FC236}">
                  <a16:creationId xmlns:a16="http://schemas.microsoft.com/office/drawing/2014/main" id="{019C6E60-835E-8D76-0867-0C375E3A9CF7}"/>
                </a:ext>
              </a:extLst>
            </p:cNvPr>
            <p:cNvSpPr/>
            <p:nvPr/>
          </p:nvSpPr>
          <p:spPr>
            <a:xfrm>
              <a:off x="13443371" y="808839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45" y="513879"/>
                  </a:moveTo>
                  <a:lnTo>
                    <a:pt x="210760" y="509740"/>
                  </a:lnTo>
                  <a:lnTo>
                    <a:pt x="167290" y="497805"/>
                  </a:lnTo>
                  <a:lnTo>
                    <a:pt x="127262" y="478800"/>
                  </a:lnTo>
                  <a:lnTo>
                    <a:pt x="91400" y="453451"/>
                  </a:lnTo>
                  <a:lnTo>
                    <a:pt x="60432" y="422483"/>
                  </a:lnTo>
                  <a:lnTo>
                    <a:pt x="35081" y="386621"/>
                  </a:lnTo>
                  <a:lnTo>
                    <a:pt x="16075" y="346593"/>
                  </a:lnTo>
                  <a:lnTo>
                    <a:pt x="4139" y="303122"/>
                  </a:lnTo>
                  <a:lnTo>
                    <a:pt x="0" y="256934"/>
                  </a:lnTo>
                  <a:lnTo>
                    <a:pt x="4139" y="210750"/>
                  </a:lnTo>
                  <a:lnTo>
                    <a:pt x="16075" y="167281"/>
                  </a:lnTo>
                  <a:lnTo>
                    <a:pt x="35081" y="127254"/>
                  </a:lnTo>
                  <a:lnTo>
                    <a:pt x="60432" y="91394"/>
                  </a:lnTo>
                  <a:lnTo>
                    <a:pt x="91400" y="60427"/>
                  </a:lnTo>
                  <a:lnTo>
                    <a:pt x="127262" y="35079"/>
                  </a:lnTo>
                  <a:lnTo>
                    <a:pt x="167290" y="16074"/>
                  </a:lnTo>
                  <a:lnTo>
                    <a:pt x="210760" y="4139"/>
                  </a:lnTo>
                  <a:lnTo>
                    <a:pt x="256945" y="0"/>
                  </a:lnTo>
                  <a:lnTo>
                    <a:pt x="303129" y="4139"/>
                  </a:lnTo>
                  <a:lnTo>
                    <a:pt x="346599" y="16074"/>
                  </a:lnTo>
                  <a:lnTo>
                    <a:pt x="386627" y="35079"/>
                  </a:lnTo>
                  <a:lnTo>
                    <a:pt x="422489" y="60427"/>
                  </a:lnTo>
                  <a:lnTo>
                    <a:pt x="453458" y="91394"/>
                  </a:lnTo>
                  <a:lnTo>
                    <a:pt x="478808" y="127254"/>
                  </a:lnTo>
                  <a:lnTo>
                    <a:pt x="497814" y="167281"/>
                  </a:lnTo>
                  <a:lnTo>
                    <a:pt x="509750" y="210750"/>
                  </a:lnTo>
                  <a:lnTo>
                    <a:pt x="513890" y="256934"/>
                  </a:lnTo>
                  <a:lnTo>
                    <a:pt x="509750" y="303122"/>
                  </a:lnTo>
                  <a:lnTo>
                    <a:pt x="497814" y="346593"/>
                  </a:lnTo>
                  <a:lnTo>
                    <a:pt x="478808" y="386621"/>
                  </a:lnTo>
                  <a:lnTo>
                    <a:pt x="453458" y="422483"/>
                  </a:lnTo>
                  <a:lnTo>
                    <a:pt x="422489" y="453451"/>
                  </a:lnTo>
                  <a:lnTo>
                    <a:pt x="386627" y="478800"/>
                  </a:lnTo>
                  <a:lnTo>
                    <a:pt x="346599" y="497805"/>
                  </a:lnTo>
                  <a:lnTo>
                    <a:pt x="303129" y="509740"/>
                  </a:lnTo>
                  <a:lnTo>
                    <a:pt x="256945" y="513879"/>
                  </a:lnTo>
                  <a:close/>
                </a:path>
              </a:pathLst>
            </a:custGeom>
            <a:ln w="15706">
              <a:solidFill>
                <a:srgbClr val="F68831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2" name="object 13">
              <a:extLst>
                <a:ext uri="{FF2B5EF4-FFF2-40B4-BE49-F238E27FC236}">
                  <a16:creationId xmlns:a16="http://schemas.microsoft.com/office/drawing/2014/main" id="{FBEEA13F-4DFD-1447-40C9-AAAA0FAB62A9}"/>
                </a:ext>
              </a:extLst>
            </p:cNvPr>
            <p:cNvSpPr/>
            <p:nvPr/>
          </p:nvSpPr>
          <p:spPr>
            <a:xfrm>
              <a:off x="13628621" y="8190012"/>
              <a:ext cx="143510" cy="311150"/>
            </a:xfrm>
            <a:custGeom>
              <a:avLst/>
              <a:gdLst/>
              <a:ahLst/>
              <a:cxnLst/>
              <a:rect l="l" t="t" r="r" b="b"/>
              <a:pathLst>
                <a:path w="143509" h="311150">
                  <a:moveTo>
                    <a:pt x="143367" y="0"/>
                  </a:moveTo>
                  <a:lnTo>
                    <a:pt x="100059" y="0"/>
                  </a:lnTo>
                  <a:lnTo>
                    <a:pt x="69873" y="3816"/>
                  </a:lnTo>
                  <a:lnTo>
                    <a:pt x="48842" y="15155"/>
                  </a:lnTo>
                  <a:lnTo>
                    <a:pt x="36538" y="33850"/>
                  </a:lnTo>
                  <a:lnTo>
                    <a:pt x="32533" y="59736"/>
                  </a:lnTo>
                  <a:lnTo>
                    <a:pt x="32533" y="101546"/>
                  </a:lnTo>
                  <a:lnTo>
                    <a:pt x="0" y="101546"/>
                  </a:lnTo>
                  <a:lnTo>
                    <a:pt x="0" y="154644"/>
                  </a:lnTo>
                  <a:lnTo>
                    <a:pt x="32533" y="154644"/>
                  </a:lnTo>
                  <a:lnTo>
                    <a:pt x="32533" y="310618"/>
                  </a:lnTo>
                  <a:lnTo>
                    <a:pt x="95075" y="310618"/>
                  </a:lnTo>
                  <a:lnTo>
                    <a:pt x="95075" y="153995"/>
                  </a:lnTo>
                  <a:lnTo>
                    <a:pt x="138718" y="153995"/>
                  </a:lnTo>
                  <a:lnTo>
                    <a:pt x="143367" y="101546"/>
                  </a:lnTo>
                  <a:lnTo>
                    <a:pt x="95075" y="101546"/>
                  </a:lnTo>
                  <a:lnTo>
                    <a:pt x="95075" y="59317"/>
                  </a:lnTo>
                  <a:lnTo>
                    <a:pt x="97567" y="54427"/>
                  </a:lnTo>
                  <a:lnTo>
                    <a:pt x="143367" y="54427"/>
                  </a:lnTo>
                  <a:lnTo>
                    <a:pt x="143367" y="0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23" name="object 14">
            <a:extLst>
              <a:ext uri="{FF2B5EF4-FFF2-40B4-BE49-F238E27FC236}">
                <a16:creationId xmlns:a16="http://schemas.microsoft.com/office/drawing/2014/main" id="{4A81B134-8367-FD89-A06E-30BDC9606455}"/>
              </a:ext>
            </a:extLst>
          </p:cNvPr>
          <p:cNvGrpSpPr/>
          <p:nvPr/>
        </p:nvGrpSpPr>
        <p:grpSpPr>
          <a:xfrm>
            <a:off x="8604080" y="4900046"/>
            <a:ext cx="321529" cy="321144"/>
            <a:chOff x="14188059" y="8080539"/>
            <a:chExt cx="530225" cy="529590"/>
          </a:xfrm>
        </p:grpSpPr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3D913777-8A21-5C45-D9B0-18E76822D42A}"/>
                </a:ext>
              </a:extLst>
            </p:cNvPr>
            <p:cNvSpPr/>
            <p:nvPr/>
          </p:nvSpPr>
          <p:spPr>
            <a:xfrm>
              <a:off x="14195912" y="808839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45" y="513879"/>
                  </a:moveTo>
                  <a:lnTo>
                    <a:pt x="210760" y="509740"/>
                  </a:lnTo>
                  <a:lnTo>
                    <a:pt x="167290" y="497805"/>
                  </a:lnTo>
                  <a:lnTo>
                    <a:pt x="127262" y="478800"/>
                  </a:lnTo>
                  <a:lnTo>
                    <a:pt x="91400" y="453451"/>
                  </a:lnTo>
                  <a:lnTo>
                    <a:pt x="60432" y="422483"/>
                  </a:lnTo>
                  <a:lnTo>
                    <a:pt x="35081" y="386621"/>
                  </a:lnTo>
                  <a:lnTo>
                    <a:pt x="16075" y="346593"/>
                  </a:lnTo>
                  <a:lnTo>
                    <a:pt x="4139" y="303122"/>
                  </a:lnTo>
                  <a:lnTo>
                    <a:pt x="0" y="256934"/>
                  </a:lnTo>
                  <a:lnTo>
                    <a:pt x="4139" y="210750"/>
                  </a:lnTo>
                  <a:lnTo>
                    <a:pt x="16075" y="167281"/>
                  </a:lnTo>
                  <a:lnTo>
                    <a:pt x="35081" y="127254"/>
                  </a:lnTo>
                  <a:lnTo>
                    <a:pt x="60432" y="91394"/>
                  </a:lnTo>
                  <a:lnTo>
                    <a:pt x="91400" y="60427"/>
                  </a:lnTo>
                  <a:lnTo>
                    <a:pt x="127262" y="35079"/>
                  </a:lnTo>
                  <a:lnTo>
                    <a:pt x="167290" y="16074"/>
                  </a:lnTo>
                  <a:lnTo>
                    <a:pt x="210760" y="4139"/>
                  </a:lnTo>
                  <a:lnTo>
                    <a:pt x="256945" y="0"/>
                  </a:lnTo>
                  <a:lnTo>
                    <a:pt x="303129" y="4139"/>
                  </a:lnTo>
                  <a:lnTo>
                    <a:pt x="346599" y="16074"/>
                  </a:lnTo>
                  <a:lnTo>
                    <a:pt x="386627" y="35079"/>
                  </a:lnTo>
                  <a:lnTo>
                    <a:pt x="422489" y="60427"/>
                  </a:lnTo>
                  <a:lnTo>
                    <a:pt x="453458" y="91394"/>
                  </a:lnTo>
                  <a:lnTo>
                    <a:pt x="478808" y="127254"/>
                  </a:lnTo>
                  <a:lnTo>
                    <a:pt x="497814" y="167281"/>
                  </a:lnTo>
                  <a:lnTo>
                    <a:pt x="509750" y="210750"/>
                  </a:lnTo>
                  <a:lnTo>
                    <a:pt x="513890" y="256934"/>
                  </a:lnTo>
                  <a:lnTo>
                    <a:pt x="509750" y="303122"/>
                  </a:lnTo>
                  <a:lnTo>
                    <a:pt x="497814" y="346593"/>
                  </a:lnTo>
                  <a:lnTo>
                    <a:pt x="478808" y="386621"/>
                  </a:lnTo>
                  <a:lnTo>
                    <a:pt x="453458" y="422483"/>
                  </a:lnTo>
                  <a:lnTo>
                    <a:pt x="422489" y="453451"/>
                  </a:lnTo>
                  <a:lnTo>
                    <a:pt x="386627" y="478800"/>
                  </a:lnTo>
                  <a:lnTo>
                    <a:pt x="346599" y="497805"/>
                  </a:lnTo>
                  <a:lnTo>
                    <a:pt x="303129" y="509740"/>
                  </a:lnTo>
                  <a:lnTo>
                    <a:pt x="256945" y="513879"/>
                  </a:lnTo>
                  <a:close/>
                </a:path>
              </a:pathLst>
            </a:custGeom>
            <a:ln w="15706">
              <a:solidFill>
                <a:srgbClr val="F68831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5" name="object 16">
              <a:extLst>
                <a:ext uri="{FF2B5EF4-FFF2-40B4-BE49-F238E27FC236}">
                  <a16:creationId xmlns:a16="http://schemas.microsoft.com/office/drawing/2014/main" id="{D2424121-07A8-5C6C-0EF6-19B17F2847DE}"/>
                </a:ext>
              </a:extLst>
            </p:cNvPr>
            <p:cNvSpPr/>
            <p:nvPr/>
          </p:nvSpPr>
          <p:spPr>
            <a:xfrm>
              <a:off x="14311998" y="8204447"/>
              <a:ext cx="281940" cy="281940"/>
            </a:xfrm>
            <a:custGeom>
              <a:avLst/>
              <a:gdLst/>
              <a:ahLst/>
              <a:cxnLst/>
              <a:rect l="l" t="t" r="r" b="b"/>
              <a:pathLst>
                <a:path w="281940" h="281940">
                  <a:moveTo>
                    <a:pt x="213194" y="140881"/>
                  </a:moveTo>
                  <a:lnTo>
                    <a:pt x="207518" y="112725"/>
                  </a:lnTo>
                  <a:lnTo>
                    <a:pt x="194830" y="93929"/>
                  </a:lnTo>
                  <a:lnTo>
                    <a:pt x="192011" y="89725"/>
                  </a:lnTo>
                  <a:lnTo>
                    <a:pt x="187820" y="86906"/>
                  </a:lnTo>
                  <a:lnTo>
                    <a:pt x="187820" y="140881"/>
                  </a:lnTo>
                  <a:lnTo>
                    <a:pt x="184124" y="159169"/>
                  </a:lnTo>
                  <a:lnTo>
                    <a:pt x="174066" y="174091"/>
                  </a:lnTo>
                  <a:lnTo>
                    <a:pt x="159131" y="184162"/>
                  </a:lnTo>
                  <a:lnTo>
                    <a:pt x="140855" y="187845"/>
                  </a:lnTo>
                  <a:lnTo>
                    <a:pt x="122580" y="184162"/>
                  </a:lnTo>
                  <a:lnTo>
                    <a:pt x="107645" y="174091"/>
                  </a:lnTo>
                  <a:lnTo>
                    <a:pt x="97586" y="159169"/>
                  </a:lnTo>
                  <a:lnTo>
                    <a:pt x="93891" y="140881"/>
                  </a:lnTo>
                  <a:lnTo>
                    <a:pt x="97586" y="122605"/>
                  </a:lnTo>
                  <a:lnTo>
                    <a:pt x="107645" y="107683"/>
                  </a:lnTo>
                  <a:lnTo>
                    <a:pt x="122580" y="97612"/>
                  </a:lnTo>
                  <a:lnTo>
                    <a:pt x="140855" y="93929"/>
                  </a:lnTo>
                  <a:lnTo>
                    <a:pt x="159131" y="97612"/>
                  </a:lnTo>
                  <a:lnTo>
                    <a:pt x="174066" y="107683"/>
                  </a:lnTo>
                  <a:lnTo>
                    <a:pt x="184124" y="122605"/>
                  </a:lnTo>
                  <a:lnTo>
                    <a:pt x="187820" y="140881"/>
                  </a:lnTo>
                  <a:lnTo>
                    <a:pt x="187820" y="86906"/>
                  </a:lnTo>
                  <a:lnTo>
                    <a:pt x="169011" y="74231"/>
                  </a:lnTo>
                  <a:lnTo>
                    <a:pt x="140855" y="68541"/>
                  </a:lnTo>
                  <a:lnTo>
                    <a:pt x="112687" y="74231"/>
                  </a:lnTo>
                  <a:lnTo>
                    <a:pt x="89700" y="89725"/>
                  </a:lnTo>
                  <a:lnTo>
                    <a:pt x="74193" y="112725"/>
                  </a:lnTo>
                  <a:lnTo>
                    <a:pt x="68516" y="140881"/>
                  </a:lnTo>
                  <a:lnTo>
                    <a:pt x="74193" y="169049"/>
                  </a:lnTo>
                  <a:lnTo>
                    <a:pt x="89700" y="192036"/>
                  </a:lnTo>
                  <a:lnTo>
                    <a:pt x="112687" y="207543"/>
                  </a:lnTo>
                  <a:lnTo>
                    <a:pt x="140855" y="213233"/>
                  </a:lnTo>
                  <a:lnTo>
                    <a:pt x="169011" y="207543"/>
                  </a:lnTo>
                  <a:lnTo>
                    <a:pt x="192011" y="192036"/>
                  </a:lnTo>
                  <a:lnTo>
                    <a:pt x="194830" y="187845"/>
                  </a:lnTo>
                  <a:lnTo>
                    <a:pt x="207518" y="169049"/>
                  </a:lnTo>
                  <a:lnTo>
                    <a:pt x="213194" y="140881"/>
                  </a:lnTo>
                  <a:close/>
                </a:path>
                <a:path w="281940" h="281940">
                  <a:moveTo>
                    <a:pt x="232994" y="56349"/>
                  </a:moveTo>
                  <a:lnTo>
                    <a:pt x="225425" y="48768"/>
                  </a:lnTo>
                  <a:lnTo>
                    <a:pt x="206756" y="48768"/>
                  </a:lnTo>
                  <a:lnTo>
                    <a:pt x="199186" y="56349"/>
                  </a:lnTo>
                  <a:lnTo>
                    <a:pt x="199186" y="75018"/>
                  </a:lnTo>
                  <a:lnTo>
                    <a:pt x="206756" y="82588"/>
                  </a:lnTo>
                  <a:lnTo>
                    <a:pt x="225425" y="82588"/>
                  </a:lnTo>
                  <a:lnTo>
                    <a:pt x="232994" y="75018"/>
                  </a:lnTo>
                  <a:lnTo>
                    <a:pt x="232994" y="56349"/>
                  </a:lnTo>
                  <a:close/>
                </a:path>
                <a:path w="281940" h="281940">
                  <a:moveTo>
                    <a:pt x="281698" y="163563"/>
                  </a:moveTo>
                  <a:lnTo>
                    <a:pt x="281571" y="103136"/>
                  </a:lnTo>
                  <a:lnTo>
                    <a:pt x="278663" y="63436"/>
                  </a:lnTo>
                  <a:lnTo>
                    <a:pt x="259651" y="25387"/>
                  </a:lnTo>
                  <a:lnTo>
                    <a:pt x="258089" y="23647"/>
                  </a:lnTo>
                  <a:lnTo>
                    <a:pt x="256324" y="22059"/>
                  </a:lnTo>
                  <a:lnTo>
                    <a:pt x="256324" y="163995"/>
                  </a:lnTo>
                  <a:lnTo>
                    <a:pt x="256171" y="178638"/>
                  </a:lnTo>
                  <a:lnTo>
                    <a:pt x="252171" y="219722"/>
                  </a:lnTo>
                  <a:lnTo>
                    <a:pt x="223939" y="250710"/>
                  </a:lnTo>
                  <a:lnTo>
                    <a:pt x="177850" y="256222"/>
                  </a:lnTo>
                  <a:lnTo>
                    <a:pt x="140855" y="256374"/>
                  </a:lnTo>
                  <a:lnTo>
                    <a:pt x="118173" y="256349"/>
                  </a:lnTo>
                  <a:lnTo>
                    <a:pt x="74739" y="254812"/>
                  </a:lnTo>
                  <a:lnTo>
                    <a:pt x="36639" y="235242"/>
                  </a:lnTo>
                  <a:lnTo>
                    <a:pt x="26174" y="197815"/>
                  </a:lnTo>
                  <a:lnTo>
                    <a:pt x="25387" y="163563"/>
                  </a:lnTo>
                  <a:lnTo>
                    <a:pt x="25514" y="103886"/>
                  </a:lnTo>
                  <a:lnTo>
                    <a:pt x="29540" y="62052"/>
                  </a:lnTo>
                  <a:lnTo>
                    <a:pt x="57772" y="31051"/>
                  </a:lnTo>
                  <a:lnTo>
                    <a:pt x="103860" y="25539"/>
                  </a:lnTo>
                  <a:lnTo>
                    <a:pt x="163652" y="25488"/>
                  </a:lnTo>
                  <a:lnTo>
                    <a:pt x="177850" y="25539"/>
                  </a:lnTo>
                  <a:lnTo>
                    <a:pt x="219684" y="29578"/>
                  </a:lnTo>
                  <a:lnTo>
                    <a:pt x="250685" y="57797"/>
                  </a:lnTo>
                  <a:lnTo>
                    <a:pt x="256197" y="103886"/>
                  </a:lnTo>
                  <a:lnTo>
                    <a:pt x="256324" y="163995"/>
                  </a:lnTo>
                  <a:lnTo>
                    <a:pt x="256324" y="22059"/>
                  </a:lnTo>
                  <a:lnTo>
                    <a:pt x="218300" y="3073"/>
                  </a:lnTo>
                  <a:lnTo>
                    <a:pt x="178612" y="165"/>
                  </a:lnTo>
                  <a:lnTo>
                    <a:pt x="140855" y="0"/>
                  </a:lnTo>
                  <a:lnTo>
                    <a:pt x="103098" y="165"/>
                  </a:lnTo>
                  <a:lnTo>
                    <a:pt x="63398" y="3073"/>
                  </a:lnTo>
                  <a:lnTo>
                    <a:pt x="23609" y="23647"/>
                  </a:lnTo>
                  <a:lnTo>
                    <a:pt x="3048" y="63436"/>
                  </a:lnTo>
                  <a:lnTo>
                    <a:pt x="127" y="103886"/>
                  </a:lnTo>
                  <a:lnTo>
                    <a:pt x="0" y="163563"/>
                  </a:lnTo>
                  <a:lnTo>
                    <a:pt x="139" y="178638"/>
                  </a:lnTo>
                  <a:lnTo>
                    <a:pt x="3048" y="218325"/>
                  </a:lnTo>
                  <a:lnTo>
                    <a:pt x="23609" y="258114"/>
                  </a:lnTo>
                  <a:lnTo>
                    <a:pt x="63398" y="278688"/>
                  </a:lnTo>
                  <a:lnTo>
                    <a:pt x="103098" y="281597"/>
                  </a:lnTo>
                  <a:lnTo>
                    <a:pt x="140855" y="281762"/>
                  </a:lnTo>
                  <a:lnTo>
                    <a:pt x="178612" y="281597"/>
                  </a:lnTo>
                  <a:lnTo>
                    <a:pt x="218300" y="278688"/>
                  </a:lnTo>
                  <a:lnTo>
                    <a:pt x="258089" y="258114"/>
                  </a:lnTo>
                  <a:lnTo>
                    <a:pt x="278663" y="218325"/>
                  </a:lnTo>
                  <a:lnTo>
                    <a:pt x="281571" y="177888"/>
                  </a:lnTo>
                  <a:lnTo>
                    <a:pt x="281698" y="163563"/>
                  </a:lnTo>
                  <a:close/>
                </a:path>
              </a:pathLst>
            </a:custGeom>
            <a:solidFill>
              <a:srgbClr val="F68831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9" name="object 20">
            <a:extLst>
              <a:ext uri="{FF2B5EF4-FFF2-40B4-BE49-F238E27FC236}">
                <a16:creationId xmlns:a16="http://schemas.microsoft.com/office/drawing/2014/main" id="{97C828A0-FCB7-2AB7-94C1-4D8F3EEF30FF}"/>
              </a:ext>
            </a:extLst>
          </p:cNvPr>
          <p:cNvSpPr txBox="1"/>
          <p:nvPr/>
        </p:nvSpPr>
        <p:spPr>
          <a:xfrm>
            <a:off x="3113011" y="4862743"/>
            <a:ext cx="1743434" cy="288502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lang="en-US" sz="1819" spc="-12" dirty="0">
                <a:solidFill>
                  <a:srgbClr val="F68831"/>
                </a:solidFill>
                <a:latin typeface="Wavehaus 95 SemiBold"/>
                <a:cs typeface="Arial"/>
              </a:rPr>
              <a:t>CYBERTEQ.COM</a:t>
            </a:r>
            <a:endParaRPr lang="en-US" sz="1819" dirty="0">
              <a:solidFill>
                <a:srgbClr val="F68831"/>
              </a:solidFill>
              <a:latin typeface="Wavehaus 95 SemiBold"/>
              <a:cs typeface="Arial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033700A6-A50B-9E80-7816-025572542B86}"/>
              </a:ext>
            </a:extLst>
          </p:cNvPr>
          <p:cNvSpPr txBox="1">
            <a:spLocks/>
          </p:cNvSpPr>
          <p:nvPr/>
        </p:nvSpPr>
        <p:spPr>
          <a:xfrm>
            <a:off x="4396681" y="4413252"/>
            <a:ext cx="3398637" cy="722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EG"/>
            </a:defPPr>
            <a:lvl1pPr marL="0" algn="l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Wavehaus 66 Book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EG" sz="1800" dirty="0">
                <a:solidFill>
                  <a:srgbClr val="F68831"/>
                </a:solidFill>
              </a:rPr>
              <a:t>YOUR CYBER IMMUNITY</a:t>
            </a:r>
          </a:p>
        </p:txBody>
      </p:sp>
      <p:pic>
        <p:nvPicPr>
          <p:cNvPr id="8" name="Picture 7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27779FB-DD3D-57F3-C794-AA11143E6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922" y="1564686"/>
            <a:ext cx="1780156" cy="1780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DC51A1-EC63-61BB-63A4-08AE34519AAA}"/>
              </a:ext>
            </a:extLst>
          </p:cNvPr>
          <p:cNvSpPr txBox="1"/>
          <p:nvPr/>
        </p:nvSpPr>
        <p:spPr>
          <a:xfrm>
            <a:off x="7752796" y="4872773"/>
            <a:ext cx="255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b="1" dirty="0">
                <a:solidFill>
                  <a:srgbClr val="F68831"/>
                </a:solidFill>
              </a:rPr>
              <a:t>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DF632F-D727-BD23-28E4-A4FFEDF863BA}"/>
              </a:ext>
            </a:extLst>
          </p:cNvPr>
          <p:cNvCxnSpPr>
            <a:cxnSpLocks/>
          </p:cNvCxnSpPr>
          <p:nvPr/>
        </p:nvCxnSpPr>
        <p:spPr>
          <a:xfrm flipH="1" flipV="1">
            <a:off x="5018023" y="5057741"/>
            <a:ext cx="2683331" cy="2927"/>
          </a:xfrm>
          <a:prstGeom prst="line">
            <a:avLst/>
          </a:prstGeom>
          <a:ln w="15875">
            <a:solidFill>
              <a:srgbClr val="F688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F915BD3-7AF3-DA6E-6CF7-20B2DF4AC7A7}"/>
              </a:ext>
            </a:extLst>
          </p:cNvPr>
          <p:cNvSpPr/>
          <p:nvPr/>
        </p:nvSpPr>
        <p:spPr>
          <a:xfrm>
            <a:off x="4961036" y="5023087"/>
            <a:ext cx="69308" cy="69308"/>
          </a:xfrm>
          <a:prstGeom prst="ellipse">
            <a:avLst/>
          </a:prstGeom>
          <a:solidFill>
            <a:srgbClr val="F688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7914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87870F-38CF-752F-F6C2-791BB877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9A7F2-EB3C-8073-D078-EFE632B9A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1EB363-AA2E-5C88-665F-F854C4CA1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Wavehaus 66 Book" pitchFamily="2" charset="0"/>
              </a:defRPr>
            </a:lvl1pPr>
          </a:lstStyle>
          <a:p>
            <a:fld id="{53805E51-7148-4D00-9540-BC9E3C9C57AC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D6CBDDD-D751-269C-B992-77A64CC0A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Wavehaus 66 Book" pitchFamily="2" charset="0"/>
              </a:defRPr>
            </a:lvl1pPr>
          </a:lstStyle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2E6E8C-2EEF-6FCE-94A3-4E9C4A2FC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Wavehaus 66 Book" pitchFamily="2" charset="0"/>
              </a:defRPr>
            </a:lvl1pPr>
          </a:lstStyle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42382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49" r:id="rId3"/>
    <p:sldLayoutId id="2147483651" r:id="rId4"/>
    <p:sldLayoutId id="2147483655" r:id="rId5"/>
    <p:sldLayoutId id="2147483667" r:id="rId6"/>
    <p:sldLayoutId id="2147483668" r:id="rId7"/>
    <p:sldLayoutId id="2147483663" r:id="rId8"/>
    <p:sldLayoutId id="2147483650" r:id="rId9"/>
    <p:sldLayoutId id="2147483666" r:id="rId10"/>
    <p:sldLayoutId id="2147483652" r:id="rId11"/>
    <p:sldLayoutId id="2147483653" r:id="rId12"/>
    <p:sldLayoutId id="2147483658" r:id="rId13"/>
    <p:sldLayoutId id="2147483659" r:id="rId14"/>
    <p:sldLayoutId id="2147483664" r:id="rId15"/>
    <p:sldLayoutId id="2147483661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F58934"/>
          </a:solidFill>
          <a:latin typeface="Wavehaus 128 Bold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Wavehaus 66 Book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Wavehaus 66 Book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Wavehaus 66 Book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Wavehaus 66 Book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Wavehaus 66 Book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528" userDrawn="1">
          <p15:clr>
            <a:srgbClr val="F26B43"/>
          </p15:clr>
        </p15:guide>
        <p15:guide id="5" orient="horz" pos="864" userDrawn="1">
          <p15:clr>
            <a:srgbClr val="F26B43"/>
          </p15:clr>
        </p15:guide>
        <p15:guide id="6" orient="horz" pos="39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87870F-38CF-752F-F6C2-791BB877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9A7F2-EB3C-8073-D078-EFE632B9A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93E42-D1EC-1909-B756-6B304BDF4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Wavehaus 66 Book" pitchFamily="2" charset="0"/>
              </a:defRPr>
            </a:lvl1pPr>
          </a:lstStyle>
          <a:p>
            <a:fld id="{F3B94DC9-97B1-43D6-ACF1-A61D77A92F25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A1ADE-5987-E19B-4503-1FEBA38BA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Wavehaus 66 Book" pitchFamily="2" charset="0"/>
              </a:defRPr>
            </a:lvl1pPr>
          </a:lstStyle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941F8-FDB2-7D1E-3220-3BD737341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Wavehaus 66 Book" pitchFamily="2" charset="0"/>
              </a:defRPr>
            </a:lvl1pPr>
          </a:lstStyle>
          <a:p>
            <a:fld id="{C02F3890-B430-7C42-AF39-64BE457F8F5A}" type="slidenum">
              <a:rPr lang="en-EG" smtClean="0"/>
              <a:pPr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80849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E252B"/>
          </a:solidFill>
          <a:latin typeface="Wavehaus 66 Book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1E252B"/>
          </a:solidFill>
          <a:latin typeface="Wavehaus 66 Book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E252B"/>
          </a:solidFill>
          <a:latin typeface="Wavehaus 66 Book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E252B"/>
          </a:solidFill>
          <a:latin typeface="Wavehaus 66 Book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E252B"/>
          </a:solidFill>
          <a:latin typeface="Wavehaus 66 Book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E252B"/>
          </a:solidFill>
          <a:latin typeface="Wavehaus 66 Book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864">
          <p15:clr>
            <a:srgbClr val="F26B43"/>
          </p15:clr>
        </p15:guide>
        <p15:guide id="4" orient="horz" pos="3960">
          <p15:clr>
            <a:srgbClr val="F26B43"/>
          </p15:clr>
        </p15:guide>
        <p15:guide id="5" pos="528">
          <p15:clr>
            <a:srgbClr val="F26B43"/>
          </p15:clr>
        </p15:guide>
        <p15:guide id="6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xample.com/" TargetMode="External"/><Relationship Id="rId5" Type="http://schemas.openxmlformats.org/officeDocument/2006/relationships/hyperlink" Target="https://example.com/" TargetMode="External"/><Relationship Id="rId4" Type="http://schemas.openxmlformats.org/officeDocument/2006/relationships/hyperlink" Target="https://example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red square&#10;&#10;Description automatically generated">
            <a:extLst>
              <a:ext uri="{FF2B5EF4-FFF2-40B4-BE49-F238E27FC236}">
                <a16:creationId xmlns:a16="http://schemas.microsoft.com/office/drawing/2014/main" id="{383B9CE2-7EA1-0DDC-46D9-1104FA21B7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4105"/>
          <a:stretch/>
        </p:blipFill>
        <p:spPr bwMode="auto">
          <a:xfrm>
            <a:off x="838199" y="385080"/>
            <a:ext cx="1718188" cy="19730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0C99684-3794-F8D8-A551-19EF33A54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3429000"/>
            <a:ext cx="9262145" cy="1421928"/>
          </a:xfrm>
        </p:spPr>
        <p:txBody>
          <a:bodyPr>
            <a:spAutoFit/>
          </a:bodyPr>
          <a:lstStyle/>
          <a:p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68831"/>
                </a:solidFill>
                <a:effectLst/>
                <a:uLnTx/>
                <a:uFillTx/>
                <a:latin typeface="Wavehaus 128 Bold" pitchFamily="2" charset="0"/>
                <a:ea typeface="+mj-ea"/>
                <a:cs typeface="+mj-cs"/>
              </a:rPr>
              <a:t>Vulnerability Assessment &amp; Penetration Testing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59CD22A-F8E4-6B1C-FEE5-E1B55A260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5017126"/>
            <a:ext cx="10515601" cy="480131"/>
          </a:xfrm>
        </p:spPr>
        <p:txBody>
          <a:bodyPr>
            <a:spAutoFit/>
          </a:bodyPr>
          <a:lstStyle/>
          <a:p>
            <a:pPr algn="r"/>
            <a:r>
              <a:rPr lang="en-US" dirty="0"/>
              <a:t>VAPT Report Review &amp; Project Closure Meeting</a:t>
            </a:r>
          </a:p>
        </p:txBody>
      </p:sp>
    </p:spTree>
    <p:extLst>
      <p:ext uri="{BB962C8B-B14F-4D97-AF65-F5344CB8AC3E}">
        <p14:creationId xmlns:p14="http://schemas.microsoft.com/office/powerpoint/2010/main" val="3488962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FC5B9E-423C-EA8F-1ACF-E69BB649F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 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A008178-E710-9F20-AF9C-064CBCA001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7359749"/>
              </p:ext>
            </p:extLst>
          </p:nvPr>
        </p:nvGraphicFramePr>
        <p:xfrm>
          <a:off x="7470648" y="1397181"/>
          <a:ext cx="3883152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822EAFD-B928-9B96-C2F1-A4E98BBF5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878977"/>
              </p:ext>
            </p:extLst>
          </p:nvPr>
        </p:nvGraphicFramePr>
        <p:xfrm>
          <a:off x="830179" y="1397181"/>
          <a:ext cx="6347862" cy="32842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73931">
                  <a:extLst>
                    <a:ext uri="{9D8B030D-6E8A-4147-A177-3AD203B41FA5}">
                      <a16:colId xmlns:a16="http://schemas.microsoft.com/office/drawing/2014/main" val="3055176414"/>
                    </a:ext>
                  </a:extLst>
                </a:gridCol>
                <a:gridCol w="3173931">
                  <a:extLst>
                    <a:ext uri="{9D8B030D-6E8A-4147-A177-3AD203B41FA5}">
                      <a16:colId xmlns:a16="http://schemas.microsoft.com/office/drawing/2014/main" val="3844705694"/>
                    </a:ext>
                  </a:extLst>
                </a:gridCol>
              </a:tblGrid>
              <a:tr h="292694"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Wavehaus 128 Bold" panose="00000800000000000000" pitchFamily="50" charset="0"/>
                        </a:rPr>
                        <a:t>Scope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Wavehaus 128 Bold" panose="00000800000000000000" pitchFamily="50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89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302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Wavehaus 128 Bold" panose="00000800000000000000" pitchFamily="50" charset="0"/>
                        </a:rPr>
                        <a:t>Internal VAPT</a:t>
                      </a:r>
                    </a:p>
                    <a:p>
                      <a:pPr fontAlgn="base"/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Wavehaus 66 Book" panose="00000600000000000000" pitchFamily="50" charset="0"/>
                          <a:ea typeface="+mn-ea"/>
                          <a:cs typeface="+mn-cs"/>
                        </a:rPr>
                        <a:t>[Affected Host]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Wavehaus 66 Book" panose="00000600000000000000" pitchFamily="50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Wavehaus 66 Book" panose="00000600000000000000" pitchFamily="50" charset="0"/>
                          <a:ea typeface="+mn-ea"/>
                          <a:cs typeface="+mn-cs"/>
                        </a:rPr>
                        <a:t>[Affected Host]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Wavehaus 66 Book" panose="00000600000000000000" pitchFamily="50" charset="0"/>
                          <a:ea typeface="+mn-ea"/>
                          <a:cs typeface="+mn-cs"/>
                        </a:rPr>
                        <a:t>[Affected Host]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Wavehaus 128 Bold" panose="00000800000000000000" pitchFamily="50" charset="0"/>
                        </a:rPr>
                        <a:t>External VAPT</a:t>
                      </a:r>
                    </a:p>
                    <a:p>
                      <a:pPr fontAlgn="base"/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Wavehaus 66 Book" panose="00000600000000000000" pitchFamily="50" charset="0"/>
                          <a:ea typeface="+mn-ea"/>
                          <a:cs typeface="+mn-cs"/>
                        </a:rPr>
                        <a:t>[Scope]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59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Wavehaus 128 Bold" panose="00000800000000000000" pitchFamily="50" charset="0"/>
                        </a:rPr>
                        <a:t>[Scope]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Wavehaus 128 Bold" panose="00000800000000000000" pitchFamily="50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Wavehaus 66 Book" panose="00000600000000000000" pitchFamily="50" charset="0"/>
                          <a:ea typeface="+mn-ea"/>
                          <a:cs typeface="+mn-cs"/>
                        </a:rPr>
                        <a:t>[Scope]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Wavehaus 66 Book" panose="00000600000000000000" pitchFamily="50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Wavehaus 128 Bold" panose="00000800000000000000" pitchFamily="50" charset="0"/>
                        </a:rPr>
                        <a:t>Configuration Review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Wavehaus 66 Book" panose="00000600000000000000" pitchFamily="50" charset="0"/>
                          <a:ea typeface="+mn-ea"/>
                          <a:cs typeface="+mn-cs"/>
                        </a:rPr>
                        <a:t>[Scope]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Wavehaus 66 Book" panose="000006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22868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Wavehaus 128 Bold" panose="00000800000000000000" pitchFamily="50" charset="0"/>
                        </a:rPr>
                        <a:t>Web Application Testing</a:t>
                      </a:r>
                    </a:p>
                    <a:p>
                      <a:r>
                        <a:rPr lang="en-GB" sz="1600" u="sng" kern="1200" dirty="0">
                          <a:solidFill>
                            <a:schemeClr val="dk1"/>
                          </a:solidFill>
                          <a:effectLst/>
                          <a:latin typeface="Wavehaus 66 Book" panose="00000600000000000000" pitchFamily="50" charset="0"/>
                          <a:ea typeface="+mn-ea"/>
                          <a:cs typeface="+mn-cs"/>
                          <a:hlinkClick r:id="rId4"/>
                        </a:rPr>
                        <a:t>[Scope]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Wavehaus 66 Book" panose="00000600000000000000" pitchFamily="50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600" u="sng" kern="1200" dirty="0">
                          <a:solidFill>
                            <a:schemeClr val="dk1"/>
                          </a:solidFill>
                          <a:effectLst/>
                          <a:latin typeface="Wavehaus 66 Book" panose="00000600000000000000" pitchFamily="50" charset="0"/>
                          <a:ea typeface="+mn-ea"/>
                          <a:cs typeface="+mn-cs"/>
                          <a:hlinkClick r:id="rId5"/>
                        </a:rPr>
                        <a:t>[Scope]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Wavehaus 66 Book" panose="00000600000000000000" pitchFamily="50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600" u="sng" kern="1200" dirty="0">
                          <a:solidFill>
                            <a:schemeClr val="dk1"/>
                          </a:solidFill>
                          <a:effectLst/>
                          <a:latin typeface="Wavehaus 66 Book" panose="00000600000000000000" pitchFamily="50" charset="0"/>
                          <a:ea typeface="+mn-ea"/>
                          <a:cs typeface="+mn-cs"/>
                          <a:hlinkClick r:id="rId6"/>
                        </a:rPr>
                        <a:t>[Target]</a:t>
                      </a:r>
                      <a:endParaRPr lang="en-US" sz="1600" b="0" i="0" u="none" dirty="0">
                        <a:solidFill>
                          <a:schemeClr val="tx1"/>
                        </a:solidFill>
                        <a:effectLst/>
                        <a:latin typeface="Wavehaus 66 Book" panose="00000600000000000000" pitchFamily="50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794839"/>
                  </a:ext>
                </a:extLst>
              </a:tr>
            </a:tbl>
          </a:graphicData>
        </a:graphic>
      </p:graphicFrame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D1D467B8-90EE-96F1-BE20-40A1DD311098}"/>
              </a:ext>
            </a:extLst>
          </p:cNvPr>
          <p:cNvSpPr txBox="1">
            <a:spLocks/>
          </p:cNvSpPr>
          <p:nvPr/>
        </p:nvSpPr>
        <p:spPr>
          <a:xfrm>
            <a:off x="830179" y="4933950"/>
            <a:ext cx="634786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Wavehaus 66 Book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Wavehaus 66 Book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Wavehaus 66 Book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Wavehaus 66 Book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Wavehaus 66 Book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58934"/>
              </a:buClr>
              <a:buFont typeface="Arial" panose="020B0604020202020204" pitchFamily="34" charset="0"/>
              <a:buChar char="●"/>
            </a:pPr>
            <a:r>
              <a:rPr lang="en-US" sz="1800" dirty="0"/>
              <a:t>[Scope]</a:t>
            </a:r>
          </a:p>
          <a:p>
            <a:pPr marL="274320" indent="-27432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58934"/>
              </a:buClr>
              <a:buFont typeface="Arial" panose="020B0604020202020204" pitchFamily="34" charset="0"/>
              <a:buChar char="●"/>
            </a:pPr>
            <a:r>
              <a:rPr lang="en-US" sz="1800" dirty="0"/>
              <a:t>[Scope]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26545-421D-AC38-0E40-ADE659A61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A10F5-044D-413E-B793-1E7D41231F29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A832E-D624-BD99-F59D-7955FEF9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E6049-0F86-E7F6-F653-EA4D83B7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2</a:t>
            </a:fld>
            <a:endParaRPr lang="en-EG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F858905-FA12-C25A-4D7D-7F9F796A6C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0360135"/>
              </p:ext>
            </p:extLst>
          </p:nvPr>
        </p:nvGraphicFramePr>
        <p:xfrm>
          <a:off x="7027817" y="3960222"/>
          <a:ext cx="4325982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413214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666810-284A-63A1-70DA-A5B7342B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 </a:t>
            </a:r>
            <a:r>
              <a:rPr lang="en-US">
                <a:latin typeface="Wavehaus 66 Book" panose="00000600000000000000" pitchFamily="50" charset="0"/>
              </a:rPr>
              <a:t>(cont’d)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EE4AE-FFD4-6938-147A-82F84EC6E150}"/>
              </a:ext>
            </a:extLst>
          </p:cNvPr>
          <p:cNvSpPr txBox="1"/>
          <p:nvPr/>
        </p:nvSpPr>
        <p:spPr>
          <a:xfrm>
            <a:off x="8132804" y="3466274"/>
            <a:ext cx="3220996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  <a:latin typeface="Wavehaus 128 Bold" panose="00000800000000000000" pitchFamily="50" charset="0"/>
                <a:cs typeface="Arial" panose="020B0604020202020204"/>
              </a:rPr>
              <a:t>Web Application Testing</a:t>
            </a:r>
            <a:endParaRPr lang="en-US" b="1" dirty="0">
              <a:solidFill>
                <a:schemeClr val="bg1"/>
              </a:solidFill>
              <a:latin typeface="Wavehaus 66 Book" panose="00000600000000000000" pitchFamily="50" charset="0"/>
              <a:cs typeface="Arial" panose="020B0604020202020204"/>
            </a:endParaRPr>
          </a:p>
          <a:p>
            <a:pPr marL="274320" indent="-274320" algn="just">
              <a:spcAft>
                <a:spcPts val="600"/>
              </a:spcAft>
              <a:buClr>
                <a:srgbClr val="F58934"/>
              </a:buClr>
              <a:buFont typeface="Arial" panose="020B0604020202020204" pitchFamily="34" charset="0"/>
              <a:buChar char="●"/>
            </a:pPr>
            <a:r>
              <a:rPr lang="en-US" dirty="0">
                <a:solidFill>
                  <a:schemeClr val="bg1"/>
                </a:solidFill>
                <a:latin typeface="Wavehaus 66 Book" pitchFamily="2" charset="0"/>
              </a:rPr>
              <a:t>[Finding]</a:t>
            </a:r>
          </a:p>
          <a:p>
            <a:pPr marL="274320" indent="-274320" algn="just">
              <a:spcAft>
                <a:spcPts val="600"/>
              </a:spcAft>
              <a:buClr>
                <a:srgbClr val="F58934"/>
              </a:buClr>
              <a:buFont typeface="Arial" panose="020B0604020202020204" pitchFamily="34" charset="0"/>
              <a:buChar char="●"/>
            </a:pPr>
            <a:r>
              <a:rPr lang="en-US" dirty="0">
                <a:solidFill>
                  <a:schemeClr val="bg1"/>
                </a:solidFill>
                <a:latin typeface="Wavehaus 66 Book" pitchFamily="2" charset="0"/>
              </a:rPr>
              <a:t>[Finding]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5725B5-7427-2CD1-4E8B-714C936B3F3A}"/>
              </a:ext>
            </a:extLst>
          </p:cNvPr>
          <p:cNvGrpSpPr/>
          <p:nvPr/>
        </p:nvGrpSpPr>
        <p:grpSpPr>
          <a:xfrm>
            <a:off x="3386930" y="635519"/>
            <a:ext cx="4249687" cy="4303556"/>
            <a:chOff x="7435592" y="1222056"/>
            <a:chExt cx="3351487" cy="339397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F5E5236-CC08-1396-10C3-099E0E9BF132}"/>
                </a:ext>
              </a:extLst>
            </p:cNvPr>
            <p:cNvGrpSpPr/>
            <p:nvPr/>
          </p:nvGrpSpPr>
          <p:grpSpPr>
            <a:xfrm>
              <a:off x="7435592" y="1222056"/>
              <a:ext cx="3351487" cy="3393970"/>
              <a:chOff x="7384206" y="1846127"/>
              <a:chExt cx="3351487" cy="33939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3486A53-F3B1-7A61-21A9-DC0B5A48F086}"/>
                  </a:ext>
                </a:extLst>
              </p:cNvPr>
              <p:cNvSpPr/>
              <p:nvPr/>
            </p:nvSpPr>
            <p:spPr>
              <a:xfrm>
                <a:off x="7384206" y="1846127"/>
                <a:ext cx="3103357" cy="315919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chemeClr val="bg1"/>
                  </a:solidFill>
                  <a:latin typeface="Wavehaus 66 Book" panose="00000600000000000000" pitchFamily="50" charset="0"/>
                </a:endParaRPr>
              </a:p>
            </p:txBody>
          </p:sp>
          <p:sp>
            <p:nvSpPr>
              <p:cNvPr id="10" name="Donut 9">
                <a:extLst>
                  <a:ext uri="{FF2B5EF4-FFF2-40B4-BE49-F238E27FC236}">
                    <a16:creationId xmlns:a16="http://schemas.microsoft.com/office/drawing/2014/main" id="{D370E660-E1C7-8EB0-186C-0EA97189DE0E}"/>
                  </a:ext>
                </a:extLst>
              </p:cNvPr>
              <p:cNvSpPr/>
              <p:nvPr/>
            </p:nvSpPr>
            <p:spPr>
              <a:xfrm>
                <a:off x="8277753" y="2781030"/>
                <a:ext cx="2457940" cy="2459067"/>
              </a:xfrm>
              <a:prstGeom prst="donut">
                <a:avLst>
                  <a:gd name="adj" fmla="val 9519"/>
                </a:avLst>
              </a:prstGeom>
              <a:solidFill>
                <a:srgbClr val="FFFFFF">
                  <a:lumMod val="5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chemeClr val="bg1"/>
                  </a:solidFill>
                  <a:latin typeface="Wavehaus 66 Book" panose="00000600000000000000" pitchFamily="50" charset="0"/>
                </a:endParaRPr>
              </a:p>
            </p:txBody>
          </p:sp>
          <p:sp>
            <p:nvSpPr>
              <p:cNvPr id="11" name="Block Arc 10">
                <a:extLst>
                  <a:ext uri="{FF2B5EF4-FFF2-40B4-BE49-F238E27FC236}">
                    <a16:creationId xmlns:a16="http://schemas.microsoft.com/office/drawing/2014/main" id="{FFAB17F5-D31A-6FC8-BF56-D8B85D02909B}"/>
                  </a:ext>
                </a:extLst>
              </p:cNvPr>
              <p:cNvSpPr/>
              <p:nvPr/>
            </p:nvSpPr>
            <p:spPr>
              <a:xfrm rot="15050382">
                <a:off x="8279420" y="2791002"/>
                <a:ext cx="2444291" cy="2433674"/>
              </a:xfrm>
              <a:prstGeom prst="blockArc">
                <a:avLst>
                  <a:gd name="adj1" fmla="val 16274600"/>
                  <a:gd name="adj2" fmla="val 18776583"/>
                  <a:gd name="adj3" fmla="val 17464"/>
                </a:avLst>
              </a:prstGeom>
              <a:solidFill>
                <a:schemeClr val="accent2"/>
              </a:solidFill>
              <a:ln w="25400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chemeClr val="bg1"/>
                  </a:solidFill>
                  <a:latin typeface="Wavehaus 66 Book" panose="00000600000000000000" pitchFamily="50" charset="0"/>
                </a:endParaRPr>
              </a:p>
            </p:txBody>
          </p:sp>
          <p:sp>
            <p:nvSpPr>
              <p:cNvPr id="12" name="Block Arc 11">
                <a:extLst>
                  <a:ext uri="{FF2B5EF4-FFF2-40B4-BE49-F238E27FC236}">
                    <a16:creationId xmlns:a16="http://schemas.microsoft.com/office/drawing/2014/main" id="{CDEC3446-E7C1-C346-B2CF-BA94496C1CD8}"/>
                  </a:ext>
                </a:extLst>
              </p:cNvPr>
              <p:cNvSpPr/>
              <p:nvPr/>
            </p:nvSpPr>
            <p:spPr>
              <a:xfrm rot="4730097">
                <a:off x="8616374" y="2969486"/>
                <a:ext cx="2154942" cy="2075010"/>
              </a:xfrm>
              <a:prstGeom prst="blockArc">
                <a:avLst>
                  <a:gd name="adj1" fmla="val 16311414"/>
                  <a:gd name="adj2" fmla="val 18920450"/>
                  <a:gd name="adj3" fmla="val 10877"/>
                </a:avLst>
              </a:prstGeom>
              <a:solidFill>
                <a:srgbClr val="FF0000"/>
              </a:solidFill>
              <a:ln w="25400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chemeClr val="bg1"/>
                  </a:solidFill>
                  <a:latin typeface="Wavehaus 66 Book" panose="00000600000000000000" pitchFamily="50" charset="0"/>
                </a:endParaRPr>
              </a:p>
            </p:txBody>
          </p:sp>
        </p:grpSp>
        <p:sp>
          <p:nvSpPr>
            <p:cNvPr id="8" name="Donut 22">
              <a:extLst>
                <a:ext uri="{FF2B5EF4-FFF2-40B4-BE49-F238E27FC236}">
                  <a16:creationId xmlns:a16="http://schemas.microsoft.com/office/drawing/2014/main" id="{EF191EEA-D3F0-65DA-B03D-3A2AA26DF347}"/>
                </a:ext>
              </a:extLst>
            </p:cNvPr>
            <p:cNvSpPr/>
            <p:nvPr/>
          </p:nvSpPr>
          <p:spPr>
            <a:xfrm rot="240000">
              <a:off x="8549777" y="2374745"/>
              <a:ext cx="1982208" cy="1983119"/>
            </a:xfrm>
            <a:prstGeom prst="donut">
              <a:avLst>
                <a:gd name="adj" fmla="val 19577"/>
              </a:avLst>
            </a:prstGeom>
            <a:solidFill>
              <a:srgbClr val="FFFFFF">
                <a:lumMod val="85000"/>
              </a:srgbClr>
            </a:solidFill>
            <a:ln w="571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chemeClr val="bg1"/>
                </a:solidFill>
                <a:latin typeface="Wavehaus 66 Book" panose="00000600000000000000" pitchFamily="50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3939682-0AC4-D441-486C-55E2E4051849}"/>
              </a:ext>
            </a:extLst>
          </p:cNvPr>
          <p:cNvSpPr txBox="1"/>
          <p:nvPr/>
        </p:nvSpPr>
        <p:spPr>
          <a:xfrm>
            <a:off x="849446" y="1860237"/>
            <a:ext cx="3475937" cy="19082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  <a:latin typeface="Wavehaus 128 Bold" panose="00000800000000000000" pitchFamily="50" charset="0"/>
                <a:cs typeface="Arial" panose="020B0604020202020204"/>
              </a:rPr>
              <a:t>Internal Penetration Testing</a:t>
            </a:r>
          </a:p>
          <a:p>
            <a:pPr marL="274320" indent="-274320">
              <a:spcAft>
                <a:spcPts val="600"/>
              </a:spcAft>
              <a:buClr>
                <a:srgbClr val="F58934"/>
              </a:buClr>
              <a:buFont typeface="Arial" panose="020B0604020202020204" pitchFamily="34" charset="0"/>
              <a:buChar char="●"/>
            </a:pPr>
            <a:r>
              <a:rPr lang="en-US" dirty="0">
                <a:solidFill>
                  <a:schemeClr val="bg1"/>
                </a:solidFill>
                <a:latin typeface="Wavehaus 66 Book" pitchFamily="2" charset="0"/>
              </a:rPr>
              <a:t>[Finding]</a:t>
            </a:r>
          </a:p>
          <a:p>
            <a:pPr marL="274320" indent="-274320">
              <a:spcAft>
                <a:spcPts val="600"/>
              </a:spcAft>
              <a:buClr>
                <a:srgbClr val="F58934"/>
              </a:buClr>
              <a:buFont typeface="Arial" panose="020B0604020202020204" pitchFamily="34" charset="0"/>
              <a:buChar char="●"/>
            </a:pPr>
            <a:r>
              <a:rPr lang="en-US" dirty="0">
                <a:solidFill>
                  <a:schemeClr val="bg1"/>
                </a:solidFill>
                <a:latin typeface="Wavehaus 66 Book" pitchFamily="2" charset="0"/>
              </a:rPr>
              <a:t>[Finding]</a:t>
            </a:r>
          </a:p>
        </p:txBody>
      </p:sp>
      <p:sp>
        <p:nvSpPr>
          <p:cNvPr id="14" name="Isosceles Triangle 49">
            <a:extLst>
              <a:ext uri="{FF2B5EF4-FFF2-40B4-BE49-F238E27FC236}">
                <a16:creationId xmlns:a16="http://schemas.microsoft.com/office/drawing/2014/main" id="{4E07634C-8054-0E3B-969A-7BC6F888D5F3}"/>
              </a:ext>
            </a:extLst>
          </p:cNvPr>
          <p:cNvSpPr/>
          <p:nvPr/>
        </p:nvSpPr>
        <p:spPr>
          <a:xfrm rot="5400000">
            <a:off x="3871854" y="3145672"/>
            <a:ext cx="673526" cy="294200"/>
          </a:xfrm>
          <a:prstGeom prst="triangle">
            <a:avLst>
              <a:gd name="adj" fmla="val 47683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Isosceles Triangle 49">
            <a:extLst>
              <a:ext uri="{FF2B5EF4-FFF2-40B4-BE49-F238E27FC236}">
                <a16:creationId xmlns:a16="http://schemas.microsoft.com/office/drawing/2014/main" id="{DE8385FE-1D46-957F-D865-96B3316341BC}"/>
              </a:ext>
            </a:extLst>
          </p:cNvPr>
          <p:cNvSpPr/>
          <p:nvPr/>
        </p:nvSpPr>
        <p:spPr>
          <a:xfrm rot="17083965">
            <a:off x="7501706" y="3577719"/>
            <a:ext cx="704780" cy="305982"/>
          </a:xfrm>
          <a:prstGeom prst="triangle">
            <a:avLst>
              <a:gd name="adj" fmla="val 47683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56970C59-9674-C627-DD7E-4ECCDDE17304}"/>
              </a:ext>
            </a:extLst>
          </p:cNvPr>
          <p:cNvSpPr/>
          <p:nvPr/>
        </p:nvSpPr>
        <p:spPr>
          <a:xfrm rot="407529">
            <a:off x="4735625" y="1844844"/>
            <a:ext cx="2732468" cy="2631114"/>
          </a:xfrm>
          <a:prstGeom prst="blockArc">
            <a:avLst>
              <a:gd name="adj1" fmla="val 16442117"/>
              <a:gd name="adj2" fmla="val 19099204"/>
              <a:gd name="adj3" fmla="val 9351"/>
            </a:avLst>
          </a:prstGeom>
          <a:solidFill>
            <a:srgbClr val="FFC000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chemeClr val="bg1"/>
              </a:solidFill>
              <a:latin typeface="Wavehaus 66 Book" panose="00000600000000000000" pitchFamily="50" charset="0"/>
            </a:endParaRPr>
          </a:p>
        </p:txBody>
      </p:sp>
      <p:sp>
        <p:nvSpPr>
          <p:cNvPr id="23" name="Isosceles Triangle 49">
            <a:extLst>
              <a:ext uri="{FF2B5EF4-FFF2-40B4-BE49-F238E27FC236}">
                <a16:creationId xmlns:a16="http://schemas.microsoft.com/office/drawing/2014/main" id="{2D309AE0-1BFB-A719-8850-35D3AF930FA0}"/>
              </a:ext>
            </a:extLst>
          </p:cNvPr>
          <p:cNvSpPr/>
          <p:nvPr/>
        </p:nvSpPr>
        <p:spPr>
          <a:xfrm rot="12935412">
            <a:off x="6771983" y="1654857"/>
            <a:ext cx="704780" cy="305982"/>
          </a:xfrm>
          <a:prstGeom prst="triangle">
            <a:avLst>
              <a:gd name="adj" fmla="val 47683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785B63-FDCB-97FC-C9DC-71F7812B45AD}"/>
              </a:ext>
            </a:extLst>
          </p:cNvPr>
          <p:cNvSpPr txBox="1"/>
          <p:nvPr/>
        </p:nvSpPr>
        <p:spPr>
          <a:xfrm>
            <a:off x="7735076" y="1384476"/>
            <a:ext cx="3471795" cy="19082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  <a:latin typeface="Wavehaus 128 Bold" panose="00000800000000000000" pitchFamily="50" charset="0"/>
                <a:cs typeface="Arial" panose="020B0604020202020204"/>
              </a:rPr>
              <a:t>Ext. Penetration Testing</a:t>
            </a:r>
            <a:endParaRPr lang="en-US" b="1" dirty="0">
              <a:solidFill>
                <a:schemeClr val="bg1"/>
              </a:solidFill>
              <a:latin typeface="Wavehaus 66 Book" panose="00000600000000000000" pitchFamily="50" charset="0"/>
              <a:cs typeface="Arial" panose="020B0604020202020204"/>
            </a:endParaRPr>
          </a:p>
          <a:p>
            <a:pPr marL="274320" indent="-274320" algn="just">
              <a:spcAft>
                <a:spcPts val="600"/>
              </a:spcAft>
              <a:buClr>
                <a:srgbClr val="F58934"/>
              </a:buClr>
              <a:buFont typeface="Arial" panose="020B0604020202020204" pitchFamily="34" charset="0"/>
              <a:buChar char="●"/>
            </a:pPr>
            <a:r>
              <a:rPr lang="en-US" dirty="0">
                <a:solidFill>
                  <a:schemeClr val="bg1"/>
                </a:solidFill>
                <a:latin typeface="Wavehaus 66 Book" pitchFamily="2" charset="0"/>
              </a:rPr>
              <a:t>[Finding]</a:t>
            </a:r>
          </a:p>
          <a:p>
            <a:pPr marL="274320" indent="-274320" algn="just">
              <a:spcAft>
                <a:spcPts val="600"/>
              </a:spcAft>
              <a:buClr>
                <a:srgbClr val="F58934"/>
              </a:buClr>
              <a:buFont typeface="Arial" panose="020B0604020202020204" pitchFamily="34" charset="0"/>
              <a:buChar char="●"/>
            </a:pPr>
            <a:r>
              <a:rPr lang="en-US" dirty="0">
                <a:solidFill>
                  <a:schemeClr val="bg1"/>
                </a:solidFill>
                <a:latin typeface="Wavehaus 66 Book" pitchFamily="2" charset="0"/>
              </a:rPr>
              <a:t>[Finding]</a:t>
            </a:r>
          </a:p>
        </p:txBody>
      </p:sp>
      <p:sp>
        <p:nvSpPr>
          <p:cNvPr id="25" name="Block Arc 24">
            <a:extLst>
              <a:ext uri="{FF2B5EF4-FFF2-40B4-BE49-F238E27FC236}">
                <a16:creationId xmlns:a16="http://schemas.microsoft.com/office/drawing/2014/main" id="{BA1CD3B7-7438-5EB6-0F90-7E9E9CDD7ADB}"/>
              </a:ext>
            </a:extLst>
          </p:cNvPr>
          <p:cNvSpPr/>
          <p:nvPr/>
        </p:nvSpPr>
        <p:spPr>
          <a:xfrm rot="8781261">
            <a:off x="4767731" y="2283977"/>
            <a:ext cx="2732468" cy="2631114"/>
          </a:xfrm>
          <a:prstGeom prst="blockArc">
            <a:avLst>
              <a:gd name="adj1" fmla="val 16311414"/>
              <a:gd name="adj2" fmla="val 18920450"/>
              <a:gd name="adj3" fmla="val 10877"/>
            </a:avLst>
          </a:prstGeom>
          <a:solidFill>
            <a:srgbClr val="FFC000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chemeClr val="bg1"/>
              </a:solidFill>
              <a:latin typeface="Wavehaus 66 Book" panose="00000600000000000000" pitchFamily="50" charset="0"/>
            </a:endParaRPr>
          </a:p>
        </p:txBody>
      </p:sp>
      <p:sp>
        <p:nvSpPr>
          <p:cNvPr id="26" name="Isosceles Triangle 49">
            <a:extLst>
              <a:ext uri="{FF2B5EF4-FFF2-40B4-BE49-F238E27FC236}">
                <a16:creationId xmlns:a16="http://schemas.microsoft.com/office/drawing/2014/main" id="{6AD52CA5-E848-DEB4-F684-A1DC46B7D29C}"/>
              </a:ext>
            </a:extLst>
          </p:cNvPr>
          <p:cNvSpPr/>
          <p:nvPr/>
        </p:nvSpPr>
        <p:spPr>
          <a:xfrm rot="20843045">
            <a:off x="6172094" y="5046894"/>
            <a:ext cx="704780" cy="305982"/>
          </a:xfrm>
          <a:prstGeom prst="triangle">
            <a:avLst>
              <a:gd name="adj" fmla="val 47683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ACA700-6716-8DF6-FFAB-AEC34DFAA981}"/>
              </a:ext>
            </a:extLst>
          </p:cNvPr>
          <p:cNvSpPr txBox="1"/>
          <p:nvPr/>
        </p:nvSpPr>
        <p:spPr>
          <a:xfrm>
            <a:off x="7174562" y="5215108"/>
            <a:ext cx="3171057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  <a:latin typeface="Wavehaus 128 Bold" panose="00000800000000000000" pitchFamily="50" charset="0"/>
                <a:cs typeface="Arial" panose="020B0604020202020204"/>
              </a:rPr>
              <a:t>Config File Review</a:t>
            </a:r>
            <a:endParaRPr lang="en-US" b="1" dirty="0">
              <a:solidFill>
                <a:schemeClr val="bg1"/>
              </a:solidFill>
              <a:latin typeface="Wavehaus 66 Book" panose="00000600000000000000" pitchFamily="50" charset="0"/>
              <a:cs typeface="Arial" panose="020B0604020202020204"/>
            </a:endParaRPr>
          </a:p>
          <a:p>
            <a:pPr marL="274320" indent="-274320" algn="just">
              <a:spcAft>
                <a:spcPts val="600"/>
              </a:spcAft>
              <a:buClr>
                <a:srgbClr val="F58934"/>
              </a:buClr>
              <a:buFont typeface="Arial" panose="020B0604020202020204" pitchFamily="34" charset="0"/>
              <a:buChar char="●"/>
            </a:pPr>
            <a:r>
              <a:rPr lang="en-US" dirty="0">
                <a:solidFill>
                  <a:schemeClr val="bg1"/>
                </a:solidFill>
                <a:latin typeface="Wavehaus 66 Book" pitchFamily="2" charset="0"/>
              </a:rPr>
              <a:t>[Finding]</a:t>
            </a:r>
          </a:p>
          <a:p>
            <a:pPr marL="274320" indent="-274320" algn="just">
              <a:spcAft>
                <a:spcPts val="600"/>
              </a:spcAft>
              <a:buClr>
                <a:srgbClr val="F58934"/>
              </a:buClr>
              <a:buFont typeface="Arial" panose="020B0604020202020204" pitchFamily="34" charset="0"/>
              <a:buChar char="●"/>
            </a:pPr>
            <a:r>
              <a:rPr lang="en-US" dirty="0">
                <a:solidFill>
                  <a:schemeClr val="bg1"/>
                </a:solidFill>
                <a:latin typeface="Wavehaus 66 Book" pitchFamily="2" charset="0"/>
              </a:rPr>
              <a:t>[Finding]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C2873-33A7-2B72-0BD0-FCC7B1DEE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9DAF-5D9B-4848-B890-51006D6FAE86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B7F19A5E-7932-8584-6F90-5B3734A1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D4A37077-8D66-6EA9-732D-54A1C8CF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3</a:t>
            </a:fld>
            <a:endParaRPr lang="en-E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81DC01-C32A-DCFE-0676-9383F2525DE6}"/>
              </a:ext>
            </a:extLst>
          </p:cNvPr>
          <p:cNvSpPr txBox="1"/>
          <p:nvPr/>
        </p:nvSpPr>
        <p:spPr>
          <a:xfrm>
            <a:off x="1989950" y="4854109"/>
            <a:ext cx="3217226" cy="338554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Wavehaus 66 Book" panose="00000600000000000000" pitchFamily="50" charset="0"/>
                <a:cs typeface="Arial" panose="020B0604020202020204"/>
              </a:rPr>
              <a:t>Should be resolved quickly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4D820E-525D-C3A3-82B7-B5A03F18D085}"/>
              </a:ext>
            </a:extLst>
          </p:cNvPr>
          <p:cNvSpPr/>
          <p:nvPr/>
        </p:nvSpPr>
        <p:spPr>
          <a:xfrm>
            <a:off x="851540" y="4889346"/>
            <a:ext cx="1097280" cy="274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Wavehaus 128 Bold" panose="00000800000000000000" pitchFamily="50" charset="0"/>
              </a:rPr>
              <a:t>High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9640EC-FC80-31E2-FC9D-289D3FBC346E}"/>
              </a:ext>
            </a:extLst>
          </p:cNvPr>
          <p:cNvSpPr/>
          <p:nvPr/>
        </p:nvSpPr>
        <p:spPr>
          <a:xfrm>
            <a:off x="851540" y="5258032"/>
            <a:ext cx="1097280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Wavehaus 128 Bold" panose="00000800000000000000" pitchFamily="50" charset="0"/>
              </a:rPr>
              <a:t>Medium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B6D0CD-9ABF-8E93-49E0-7DA7FCB963C0}"/>
              </a:ext>
            </a:extLst>
          </p:cNvPr>
          <p:cNvSpPr/>
          <p:nvPr/>
        </p:nvSpPr>
        <p:spPr>
          <a:xfrm>
            <a:off x="851540" y="5626717"/>
            <a:ext cx="1097280" cy="2743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Wavehaus 128 Bold" panose="00000800000000000000" pitchFamily="50" charset="0"/>
              </a:rPr>
              <a:t>Low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134F37-F82D-9F64-A2CA-5C49D40ECE05}"/>
              </a:ext>
            </a:extLst>
          </p:cNvPr>
          <p:cNvSpPr txBox="1"/>
          <p:nvPr/>
        </p:nvSpPr>
        <p:spPr>
          <a:xfrm>
            <a:off x="1989950" y="5222932"/>
            <a:ext cx="3217226" cy="338554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Wavehaus 66 Book" panose="00000600000000000000" pitchFamily="50" charset="0"/>
                <a:cs typeface="Arial" panose="020B0604020202020204"/>
              </a:rPr>
              <a:t>Should be resolved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DE22AC-6284-68B5-7F9F-4687C6E63320}"/>
              </a:ext>
            </a:extLst>
          </p:cNvPr>
          <p:cNvSpPr txBox="1"/>
          <p:nvPr/>
        </p:nvSpPr>
        <p:spPr>
          <a:xfrm>
            <a:off x="1989950" y="5591755"/>
            <a:ext cx="3217226" cy="338554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solidFill>
                  <a:schemeClr val="bg1"/>
                </a:solidFill>
                <a:latin typeface="Wavehaus 66 Book" panose="00000600000000000000" pitchFamily="50" charset="0"/>
                <a:cs typeface="Arial" panose="020B0604020202020204"/>
              </a:rPr>
              <a:t>Will improve quality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8874C0-41A6-07CF-C5B0-4D9E9E80D85E}"/>
              </a:ext>
            </a:extLst>
          </p:cNvPr>
          <p:cNvSpPr txBox="1"/>
          <p:nvPr/>
        </p:nvSpPr>
        <p:spPr>
          <a:xfrm>
            <a:off x="1989950" y="4485286"/>
            <a:ext cx="3217226" cy="338554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Wavehaus 66 Book" panose="00000600000000000000" pitchFamily="50" charset="0"/>
                <a:cs typeface="Arial" panose="020B0604020202020204"/>
              </a:rPr>
              <a:t>Immediate action required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BDB5AB-8B3B-7DA8-2E72-800D72CB2B6B}"/>
              </a:ext>
            </a:extLst>
          </p:cNvPr>
          <p:cNvSpPr/>
          <p:nvPr/>
        </p:nvSpPr>
        <p:spPr>
          <a:xfrm>
            <a:off x="851540" y="4520660"/>
            <a:ext cx="109728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Wavehaus 128 Bold" panose="00000800000000000000" pitchFamily="50" charset="0"/>
              </a:rPr>
              <a:t>Critical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B05128-EC70-6DA9-979E-2FEC497F8A0D}"/>
              </a:ext>
            </a:extLst>
          </p:cNvPr>
          <p:cNvSpPr/>
          <p:nvPr/>
        </p:nvSpPr>
        <p:spPr>
          <a:xfrm>
            <a:off x="851540" y="5995402"/>
            <a:ext cx="1097280" cy="27432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Wavehaus 128 Bold" panose="00000800000000000000" pitchFamily="50" charset="0"/>
              </a:rPr>
              <a:t>Info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D77B13-9551-B8DF-B069-EA69199CBA4A}"/>
              </a:ext>
            </a:extLst>
          </p:cNvPr>
          <p:cNvSpPr txBox="1"/>
          <p:nvPr/>
        </p:nvSpPr>
        <p:spPr>
          <a:xfrm>
            <a:off x="1989950" y="5960580"/>
            <a:ext cx="3217226" cy="338554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Wavehaus 66 Book" panose="00000600000000000000" pitchFamily="50" charset="0"/>
                <a:cs typeface="Arial" panose="020B0604020202020204"/>
              </a:rPr>
              <a:t>Promotes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28286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794F9-12EE-AE84-6B3D-C66342B1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CE511D-15D7-6C7C-C2D3-D4F3E789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Wavehaus 128 Bold"/>
              </a:rPr>
              <a:t>[Area] Issues – [Severity] Level ([Index]/[Total])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EBD130-F0CA-B7EB-D918-7BA50FCC6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943566"/>
              </p:ext>
            </p:extLst>
          </p:nvPr>
        </p:nvGraphicFramePr>
        <p:xfrm>
          <a:off x="838200" y="1383176"/>
          <a:ext cx="10515600" cy="4937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387998">
                  <a:extLst>
                    <a:ext uri="{9D8B030D-6E8A-4147-A177-3AD203B41FA5}">
                      <a16:colId xmlns:a16="http://schemas.microsoft.com/office/drawing/2014/main" val="3055176414"/>
                    </a:ext>
                  </a:extLst>
                </a:gridCol>
                <a:gridCol w="1116117">
                  <a:extLst>
                    <a:ext uri="{9D8B030D-6E8A-4147-A177-3AD203B41FA5}">
                      <a16:colId xmlns:a16="http://schemas.microsoft.com/office/drawing/2014/main" val="1174203407"/>
                    </a:ext>
                  </a:extLst>
                </a:gridCol>
                <a:gridCol w="3011485">
                  <a:extLst>
                    <a:ext uri="{9D8B030D-6E8A-4147-A177-3AD203B41FA5}">
                      <a16:colId xmlns:a16="http://schemas.microsoft.com/office/drawing/2014/main" val="3586055688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800" b="1" kern="1200" dirty="0">
                          <a:solidFill>
                            <a:srgbClr val="FFFFFF"/>
                          </a:solidFill>
                          <a:effectLst/>
                          <a:latin typeface="Wavehaus 128 Bold"/>
                          <a:ea typeface="Times New Roman" panose="02020603050405020304" pitchFamily="18" charset="0"/>
                          <a:cs typeface="+mn-cs"/>
                        </a:rPr>
                        <a:t>Issues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893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800" b="1" kern="1200">
                          <a:solidFill>
                            <a:srgbClr val="FFFFFF"/>
                          </a:solidFill>
                          <a:effectLst/>
                          <a:latin typeface="Wavehaus 128 Bold"/>
                          <a:ea typeface="Times New Roman" panose="02020603050405020304" pitchFamily="18" charset="0"/>
                          <a:cs typeface="+mn-cs"/>
                        </a:rPr>
                        <a:t>Severity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893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  <a:latin typeface="Wavehaus 128 Bold"/>
                          <a:ea typeface="Times New Roman" panose="02020603050405020304" pitchFamily="18" charset="0"/>
                        </a:rPr>
                        <a:t>Recommendation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89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0247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noProof="0" dirty="0">
                          <a:solidFill>
                            <a:srgbClr val="000000"/>
                          </a:solidFill>
                          <a:latin typeface="Wavehaus 128 Bold"/>
                        </a:rPr>
                        <a:t>[Issue]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avehaus 128 Bold"/>
                        </a:rPr>
                        <a:t>[Rating]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Wavehaus 66 Book"/>
                        </a:rPr>
                        <a:t>[Recommendation]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4059949"/>
                  </a:ext>
                </a:extLst>
              </a:tr>
              <a:tr h="114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b="1" i="0" u="none" strike="noStrike" kern="1200" baseline="0" noProof="0" dirty="0">
                          <a:solidFill>
                            <a:srgbClr val="000000"/>
                          </a:solidFill>
                          <a:latin typeface="Wavehaus 128 Bold"/>
                        </a:rPr>
                        <a:t>[Issue]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avehaus 128 Bold"/>
                        </a:rPr>
                        <a:t>[Rating]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Wavehaus 66 Book"/>
                        </a:rPr>
                        <a:t>[Recommendation]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38263989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noProof="0" dirty="0">
                          <a:solidFill>
                            <a:srgbClr val="000000"/>
                          </a:solidFill>
                          <a:latin typeface="Wavehaus 128 Bold"/>
                        </a:rPr>
                        <a:t>[Issue]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58934"/>
                          </a:solidFill>
                          <a:effectLst/>
                          <a:uLnTx/>
                          <a:uFillTx/>
                          <a:latin typeface="Wavehaus 128 Bold"/>
                        </a:rPr>
                        <a:t>[Rating]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Wavehaus 66 Book"/>
                        </a:rPr>
                        <a:t>[Recommendation]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81513004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noProof="0" dirty="0">
                          <a:solidFill>
                            <a:srgbClr val="000000"/>
                          </a:solidFill>
                          <a:latin typeface="Wavehaus 128 Bold"/>
                        </a:rPr>
                        <a:t>[Issue]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58934"/>
                          </a:solidFill>
                          <a:effectLst/>
                          <a:uLnTx/>
                          <a:uFillTx/>
                          <a:latin typeface="Wavehaus 128 Bold"/>
                        </a:rPr>
                        <a:t>[Rating]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Wavehaus 66 Book"/>
                        </a:rPr>
                        <a:t>[Recommendation]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12938313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A263B-EDE5-E86C-1369-9D360152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6839-0D97-446E-94C6-D766743C0AEC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AA91C-27C9-9C42-90A0-7A8E13C4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3403-6A2E-DB9F-D970-1F75A684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4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43399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38C1-20D6-0A15-08E9-AB6E8E6E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184220-907E-2080-5364-A6FF17B8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Wavehaus 128 Bold"/>
              </a:rPr>
              <a:t>Vulnerability Scenario – [Vulnerability ID]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9B940-B186-E38D-5550-9BD8092A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9DF3-17DE-4EF2-9297-9B064744845C}" type="datetime5">
              <a:rPr lang="en-US" smtClean="0"/>
              <a:t>[Date]</a:t>
            </a:fld>
            <a:endParaRPr lang="en-E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98556-CB39-12FF-7C54-E6847AD2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[Company Name] - VAPT - Closing Meeting</a:t>
            </a:r>
            <a:endParaRPr lang="en-E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894D1F-C51A-E491-6550-7D9FD84DB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F3890-B430-7C42-AF39-64BE457F8F5A}" type="slidenum">
              <a:rPr lang="en-EG" smtClean="0"/>
              <a:pPr/>
              <a:t>23</a:t>
            </a:fld>
            <a:endParaRPr lang="en-EG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C3EB9C-450E-D2DE-1359-5F7E84FD2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493352"/>
              </p:ext>
            </p:extLst>
          </p:nvPr>
        </p:nvGraphicFramePr>
        <p:xfrm>
          <a:off x="6096001" y="1371600"/>
          <a:ext cx="5257799" cy="2103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99674">
                  <a:extLst>
                    <a:ext uri="{9D8B030D-6E8A-4147-A177-3AD203B41FA5}">
                      <a16:colId xmlns:a16="http://schemas.microsoft.com/office/drawing/2014/main" val="3055176414"/>
                    </a:ext>
                  </a:extLst>
                </a:gridCol>
                <a:gridCol w="3258125">
                  <a:extLst>
                    <a:ext uri="{9D8B030D-6E8A-4147-A177-3AD203B41FA5}">
                      <a16:colId xmlns:a16="http://schemas.microsoft.com/office/drawing/2014/main" val="2912266412"/>
                    </a:ext>
                  </a:extLst>
                </a:gridCol>
              </a:tblGrid>
              <a:tr h="332084">
                <a:tc gridSpan="2"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Wavehaus 128 Bold"/>
                        </a:rPr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89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302473"/>
                  </a:ext>
                </a:extLst>
              </a:tr>
              <a:tr h="5257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GH" sz="1600" b="1" kern="1200" dirty="0">
                          <a:solidFill>
                            <a:schemeClr val="tx1"/>
                          </a:solidFill>
                          <a:latin typeface="Wavehaus 128 Bold"/>
                          <a:ea typeface="+mn-ea"/>
                          <a:cs typeface="+mn-cs"/>
                        </a:rPr>
                        <a:t>Vulnerability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lvl1pPr marL="0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6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11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17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23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29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34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40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46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algn="l">
                        <a:buNone/>
                      </a:pPr>
                      <a:r>
                        <a:rPr lang="fr-FR" sz="1600" b="0" i="0" u="none" strike="noStrike" kern="1200" baseline="0" noProof="0" dirty="0">
                          <a:solidFill>
                            <a:srgbClr val="000000"/>
                          </a:solidFill>
                          <a:latin typeface="Wavehaus 66 Book"/>
                        </a:rPr>
                        <a:t>[Issue]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4059949"/>
                  </a:ext>
                </a:extLst>
              </a:tr>
              <a:tr h="304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GH" sz="1600" b="1" kern="1200" dirty="0">
                          <a:solidFill>
                            <a:schemeClr val="tx1"/>
                          </a:solidFill>
                          <a:latin typeface="Wavehaus 128 Bold"/>
                          <a:ea typeface="+mn-ea"/>
                          <a:cs typeface="+mn-cs"/>
                        </a:rPr>
                        <a:t>[Issue]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lvl1pPr marL="0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6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11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17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23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29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34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40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46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i="0" u="none" strike="noStrike" kern="1200" baseline="0" noProof="0" dirty="0">
                          <a:solidFill>
                            <a:srgbClr val="000000"/>
                          </a:solidFill>
                          <a:latin typeface="Wavehaus 66 Book"/>
                        </a:rPr>
                        <a:t>[Affected Host]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8794839"/>
                  </a:ext>
                </a:extLst>
              </a:tr>
              <a:tr h="7471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GH" sz="1600" b="1" kern="1200" dirty="0">
                          <a:solidFill>
                            <a:schemeClr val="tx1"/>
                          </a:solidFill>
                          <a:latin typeface="Wavehaus 128 Bold"/>
                          <a:ea typeface="+mn-ea"/>
                          <a:cs typeface="+mn-cs"/>
                        </a:rPr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6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11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17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23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29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34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40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46" algn="l" defTabSz="914411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baseline="0" noProof="0" dirty="0">
                          <a:solidFill>
                            <a:srgbClr val="000000"/>
                          </a:solidFill>
                          <a:latin typeface="Wavehaus 66 Book"/>
                        </a:rPr>
                        <a:t>[Issue]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635284"/>
                  </a:ext>
                </a:extLst>
              </a:tr>
            </a:tbl>
          </a:graphicData>
        </a:graphic>
      </p:graphicFrame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E779E82-5D14-BB51-BC8C-27014828A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1600"/>
            <a:ext cx="4918657" cy="4918389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57111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757050"/>
      </p:ext>
    </p:extLst>
  </p:cSld>
  <p:clrMapOvr>
    <a:masterClrMapping/>
  </p:clrMapOvr>
</p:sld>
</file>

<file path=ppt/theme/theme1.xml><?xml version="1.0" encoding="utf-8"?>
<a:theme xmlns:a="http://schemas.openxmlformats.org/drawingml/2006/main" name="Cyberteq Presentation Template 2024 v1.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Y Template-24-v1.0" id="{4401254D-D34A-3446-A752-17E0D5853C3A}" vid="{7ED8F10F-37A0-AA4D-87E0-5807811994DE}"/>
    </a:ext>
  </a:extLst>
</a:theme>
</file>

<file path=ppt/theme/theme2.xml><?xml version="1.0" encoding="utf-8"?>
<a:theme xmlns:a="http://schemas.openxmlformats.org/drawingml/2006/main" name="Cyberteq Presentation Template 2024 v1.2 -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Y Template-Light-24-v1.0" id="{94A494AD-3A0D-4C45-A461-D0F0ECC3F66F}" vid="{AAEECE54-D02B-3745-A6BF-9AD1C7D866A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CY Template-24-v1</Template>
  <TotalTime>108</TotalTime>
  <Words>4819</Words>
  <Application>Microsoft Office PowerPoint</Application>
  <PresentationFormat>Widescreen</PresentationFormat>
  <Paragraphs>696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Microsoft YaHei UI</vt:lpstr>
      <vt:lpstr>Arial</vt:lpstr>
      <vt:lpstr>Calibri</vt:lpstr>
      <vt:lpstr>Tw Cen MT Condensed</vt:lpstr>
      <vt:lpstr>Wavehaus 128 Bold</vt:lpstr>
      <vt:lpstr>Wavehaus 66 Book</vt:lpstr>
      <vt:lpstr>Wavehaus 95 SemiBold</vt:lpstr>
      <vt:lpstr>Cyberteq Presentation Template 2024 v1.2</vt:lpstr>
      <vt:lpstr>Cyberteq Presentation Template 2024 v1.2 - light</vt:lpstr>
      <vt:lpstr>Vulnerability Assessment &amp; Penetration Testing</vt:lpstr>
      <vt:lpstr>Executive Summary </vt:lpstr>
      <vt:lpstr>Executive Summary (cont’d)</vt:lpstr>
      <vt:lpstr>IPT Issues  – Critical/ High Level (1/19)</vt:lpstr>
      <vt:lpstr>IPT Issues  – Medium Level (2/19)</vt:lpstr>
      <vt:lpstr>IPT Issues  – Medium Level (3/19)</vt:lpstr>
      <vt:lpstr>IPT Issues  – Medium Level (4/19)</vt:lpstr>
      <vt:lpstr>IPT Issues  – Medium Level (5/19)</vt:lpstr>
      <vt:lpstr>IPT Issues  – Low Level (6/19)</vt:lpstr>
      <vt:lpstr>EPT Issues  – Medium Level (7/19)</vt:lpstr>
      <vt:lpstr>EPT Issues  – Medium Level (8/19)</vt:lpstr>
      <vt:lpstr>EPT Issues  – Low Level (9/19)</vt:lpstr>
      <vt:lpstr>WPT Issues  – Critical Level (10/19)</vt:lpstr>
      <vt:lpstr>WPT Issues  – High Level (11/19)</vt:lpstr>
      <vt:lpstr>WPT Issues  – High Level (12/19)</vt:lpstr>
      <vt:lpstr>WPT Issues  – High Level (13/19)</vt:lpstr>
      <vt:lpstr>WPT Issues  – Medium Level (14/19)</vt:lpstr>
      <vt:lpstr>WPT Issues  – Medium Level (15/19)</vt:lpstr>
      <vt:lpstr>WPT Issues  – Medium/Low Level (16/19)</vt:lpstr>
      <vt:lpstr>WPT Issues  – Low Level (17/19)</vt:lpstr>
      <vt:lpstr>CFG Issues  – Medium Level (18/19)</vt:lpstr>
      <vt:lpstr>CFG Issues  – Low Level (19/19)</vt:lpstr>
      <vt:lpstr>Vulnerability Scenario – REC1_IPT1</vt:lpstr>
      <vt:lpstr>Vulnerability Scenario – REC19_EPT1</vt:lpstr>
      <vt:lpstr>Vulnerability Scenario – REC20_EPT2</vt:lpstr>
      <vt:lpstr>Vulnerability Scenario – REC21_EPT3</vt:lpstr>
      <vt:lpstr>Vulnerability Scenario – REC22_EPT4</vt:lpstr>
      <vt:lpstr>Vulnerability Scenario – REC23_EPT5</vt:lpstr>
      <vt:lpstr>Vulnerability Scenario – REC24_EPT6</vt:lpstr>
      <vt:lpstr>Vulnerability Scenario – REC25_WPT1</vt:lpstr>
      <vt:lpstr>Vulnerability Scenario – REC26_WPT2</vt:lpstr>
      <vt:lpstr>Vulnerability Scenario – REC26_WPT2 (Cont’d)</vt:lpstr>
      <vt:lpstr>Vulnerability Scenario – REC27_WPT3</vt:lpstr>
      <vt:lpstr>Vulnerability Scenario – REC27_WPT3 (Cont’d)</vt:lpstr>
      <vt:lpstr>Vulnerability Scenario – REC28_WPT4</vt:lpstr>
      <vt:lpstr>Vulnerability Scenario – REC29_WPT5</vt:lpstr>
      <vt:lpstr>Vulnerability Scenario – REC30_WPT6</vt:lpstr>
      <vt:lpstr>Vulnerability Scenario – REC31_WPT7</vt:lpstr>
      <vt:lpstr>Vulnerability Scenario – REC32_WPT8</vt:lpstr>
      <vt:lpstr>Vulnerability Scenario – REC33_WPT9</vt:lpstr>
      <vt:lpstr>Vulnerability Scenario – REC35_WPT11</vt:lpstr>
      <vt:lpstr>Vulnerability Scenario – REC36_WPT12</vt:lpstr>
      <vt:lpstr>Vulnerability Scenario – REC37_WPT13</vt:lpstr>
      <vt:lpstr>Vulnerability Scenario – REC38_WPT14</vt:lpstr>
      <vt:lpstr>Vulnerability Scenario – REC39_WPT15</vt:lpstr>
      <vt:lpstr>Vulnerability Scenario – REC41_WPT17</vt:lpstr>
      <vt:lpstr>Vulnerability Scenario – REC42_WPT18</vt:lpstr>
      <vt:lpstr>Vulnerability Scenario – REC43_WPT19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Presentation</dc:title>
  <dc:creator>TEST</dc:creator>
  <cp:lastModifiedBy>Emmanuel Kissi Addo</cp:lastModifiedBy>
  <cp:revision>2</cp:revision>
  <dcterms:created xsi:type="dcterms:W3CDTF">2024-01-07T13:46:36Z</dcterms:created>
  <dcterms:modified xsi:type="dcterms:W3CDTF">2026-08-22T10:01:01Z</dcterms:modified>
</cp:coreProperties>
</file>